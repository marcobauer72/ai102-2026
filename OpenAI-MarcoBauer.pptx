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64" r:id="rId8"/>
    <p:sldId id="280" r:id="rId9"/>
    <p:sldId id="274" r:id="rId10"/>
    <p:sldId id="278" r:id="rId11"/>
    <p:sldId id="279" r:id="rId12"/>
    <p:sldId id="281" r:id="rId13"/>
    <p:sldId id="263" r:id="rId14"/>
    <p:sldId id="270" r:id="rId15"/>
    <p:sldId id="276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E0"/>
    <a:srgbClr val="FFFFFF"/>
    <a:srgbClr val="A0CFF1"/>
    <a:srgbClr val="FFA726"/>
    <a:srgbClr val="707070"/>
    <a:srgbClr val="FF6464"/>
    <a:srgbClr val="FFC579"/>
    <a:srgbClr val="19DF8C"/>
    <a:srgbClr val="11B7BE"/>
    <a:srgbClr val="088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777" autoAdjust="0"/>
  </p:normalViewPr>
  <p:slideViewPr>
    <p:cSldViewPr snapToGrid="0">
      <p:cViewPr varScale="1">
        <p:scale>
          <a:sx n="45" d="100"/>
          <a:sy n="45" d="100"/>
        </p:scale>
        <p:origin x="6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Bauer - OSBR" userId="67df0eea-3fa5-445e-8ba4-a52bfbd70c4f" providerId="ADAL" clId="{D03E3FC4-E1EA-4DC7-B848-5BDFA8DE2D42}"/>
    <pc:docChg chg="undo custSel modSld">
      <pc:chgData name="Marco Bauer - OSBR" userId="67df0eea-3fa5-445e-8ba4-a52bfbd70c4f" providerId="ADAL" clId="{D03E3FC4-E1EA-4DC7-B848-5BDFA8DE2D42}" dt="2025-10-05T13:14:54.958" v="4" actId="1076"/>
      <pc:docMkLst>
        <pc:docMk/>
      </pc:docMkLst>
      <pc:sldChg chg="addSp delSp modSp mod">
        <pc:chgData name="Marco Bauer - OSBR" userId="67df0eea-3fa5-445e-8ba4-a52bfbd70c4f" providerId="ADAL" clId="{D03E3FC4-E1EA-4DC7-B848-5BDFA8DE2D42}" dt="2025-10-05T13:14:54.958" v="4" actId="1076"/>
        <pc:sldMkLst>
          <pc:docMk/>
          <pc:sldMk cId="1534718603" sldId="279"/>
        </pc:sldMkLst>
        <pc:picChg chg="add mod">
          <ac:chgData name="Marco Bauer - OSBR" userId="67df0eea-3fa5-445e-8ba4-a52bfbd70c4f" providerId="ADAL" clId="{D03E3FC4-E1EA-4DC7-B848-5BDFA8DE2D42}" dt="2025-10-05T13:14:54.958" v="4" actId="1076"/>
          <ac:picMkLst>
            <pc:docMk/>
            <pc:sldMk cId="1534718603" sldId="279"/>
            <ac:picMk id="3" creationId="{89C33A75-C2D3-9FAA-D7A8-9D9C09B2B7A3}"/>
          </ac:picMkLst>
        </pc:picChg>
        <pc:picChg chg="add del">
          <ac:chgData name="Marco Bauer - OSBR" userId="67df0eea-3fa5-445e-8ba4-a52bfbd70c4f" providerId="ADAL" clId="{D03E3FC4-E1EA-4DC7-B848-5BDFA8DE2D42}" dt="2025-10-05T13:14:52.094" v="2" actId="478"/>
          <ac:picMkLst>
            <pc:docMk/>
            <pc:sldMk cId="1534718603" sldId="279"/>
            <ac:picMk id="6" creationId="{458D9D94-05E3-B95F-5EBF-D0B37EAFA458}"/>
          </ac:picMkLst>
        </pc:picChg>
      </pc:sldChg>
    </pc:docChg>
  </pc:docChgLst>
  <pc:docChgLst>
    <pc:chgData name="Marco Bauer - OSBR" userId="67df0eea-3fa5-445e-8ba4-a52bfbd70c4f" providerId="ADAL" clId="{89BB2B61-977F-42D1-B630-E535B0144108}"/>
    <pc:docChg chg="delSld modSld">
      <pc:chgData name="Marco Bauer - OSBR" userId="67df0eea-3fa5-445e-8ba4-a52bfbd70c4f" providerId="ADAL" clId="{89BB2B61-977F-42D1-B630-E535B0144108}" dt="2024-09-23T22:36:54.129" v="1" actId="6549"/>
      <pc:docMkLst>
        <pc:docMk/>
      </pc:docMkLst>
      <pc:sldChg chg="del">
        <pc:chgData name="Marco Bauer - OSBR" userId="67df0eea-3fa5-445e-8ba4-a52bfbd70c4f" providerId="ADAL" clId="{89BB2B61-977F-42D1-B630-E535B0144108}" dt="2024-09-23T22:36:50.083" v="0" actId="47"/>
        <pc:sldMkLst>
          <pc:docMk/>
          <pc:sldMk cId="2753669573" sldId="256"/>
        </pc:sldMkLst>
      </pc:sldChg>
      <pc:sldChg chg="modSp mod">
        <pc:chgData name="Marco Bauer - OSBR" userId="67df0eea-3fa5-445e-8ba4-a52bfbd70c4f" providerId="ADAL" clId="{89BB2B61-977F-42D1-B630-E535B0144108}" dt="2024-09-23T22:36:54.129" v="1" actId="6549"/>
        <pc:sldMkLst>
          <pc:docMk/>
          <pc:sldMk cId="1484108069" sldId="269"/>
        </pc:sldMkLst>
      </pc:sldChg>
    </pc:docChg>
  </pc:docChgLst>
  <pc:docChgLst>
    <pc:chgData name="Marco Bauer - OSBR" userId="67df0eea-3fa5-445e-8ba4-a52bfbd70c4f" providerId="ADAL" clId="{00A7E9DF-FE7E-47CE-A388-4EF3D89B6557}"/>
    <pc:docChg chg="undo redo custSel addSld delSld modSld sldOrd">
      <pc:chgData name="Marco Bauer - OSBR" userId="67df0eea-3fa5-445e-8ba4-a52bfbd70c4f" providerId="ADAL" clId="{00A7E9DF-FE7E-47CE-A388-4EF3D89B6557}" dt="2024-08-09T16:03:26.849" v="4311" actId="255"/>
      <pc:docMkLst>
        <pc:docMk/>
      </pc:docMkLst>
      <pc:sldChg chg="del">
        <pc:chgData name="Marco Bauer - OSBR" userId="67df0eea-3fa5-445e-8ba4-a52bfbd70c4f" providerId="ADAL" clId="{00A7E9DF-FE7E-47CE-A388-4EF3D89B6557}" dt="2024-08-05T15:07:41.860" v="2848" actId="47"/>
        <pc:sldMkLst>
          <pc:docMk/>
          <pc:sldMk cId="2998355706" sldId="257"/>
        </pc:sldMkLst>
      </pc:sldChg>
      <pc:sldChg chg="del">
        <pc:chgData name="Marco Bauer - OSBR" userId="67df0eea-3fa5-445e-8ba4-a52bfbd70c4f" providerId="ADAL" clId="{00A7E9DF-FE7E-47CE-A388-4EF3D89B6557}" dt="2024-08-05T15:07:40.433" v="2847" actId="47"/>
        <pc:sldMkLst>
          <pc:docMk/>
          <pc:sldMk cId="3474465432" sldId="258"/>
        </pc:sldMkLst>
      </pc:sldChg>
      <pc:sldChg chg="del">
        <pc:chgData name="Marco Bauer - OSBR" userId="67df0eea-3fa5-445e-8ba4-a52bfbd70c4f" providerId="ADAL" clId="{00A7E9DF-FE7E-47CE-A388-4EF3D89B6557}" dt="2024-08-05T15:07:39.469" v="2846" actId="47"/>
        <pc:sldMkLst>
          <pc:docMk/>
          <pc:sldMk cId="4109163500" sldId="259"/>
        </pc:sldMkLst>
      </pc:sldChg>
      <pc:sldChg chg="modSp del mod ord">
        <pc:chgData name="Marco Bauer - OSBR" userId="67df0eea-3fa5-445e-8ba4-a52bfbd70c4f" providerId="ADAL" clId="{00A7E9DF-FE7E-47CE-A388-4EF3D89B6557}" dt="2024-08-05T15:07:45.805" v="2851" actId="47"/>
        <pc:sldMkLst>
          <pc:docMk/>
          <pc:sldMk cId="4133748480" sldId="260"/>
        </pc:sldMkLst>
      </pc:sldChg>
      <pc:sldChg chg="del">
        <pc:chgData name="Marco Bauer - OSBR" userId="67df0eea-3fa5-445e-8ba4-a52bfbd70c4f" providerId="ADAL" clId="{00A7E9DF-FE7E-47CE-A388-4EF3D89B6557}" dt="2024-08-05T15:07:43.212" v="2849" actId="47"/>
        <pc:sldMkLst>
          <pc:docMk/>
          <pc:sldMk cId="3607644454" sldId="261"/>
        </pc:sldMkLst>
      </pc:sldChg>
      <pc:sldChg chg="del">
        <pc:chgData name="Marco Bauer - OSBR" userId="67df0eea-3fa5-445e-8ba4-a52bfbd70c4f" providerId="ADAL" clId="{00A7E9DF-FE7E-47CE-A388-4EF3D89B6557}" dt="2024-08-05T15:07:44.605" v="2850" actId="47"/>
        <pc:sldMkLst>
          <pc:docMk/>
          <pc:sldMk cId="3487228509" sldId="262"/>
        </pc:sldMkLst>
      </pc:sldChg>
      <pc:sldChg chg="addSp delSp modSp mod setBg modNotesTx">
        <pc:chgData name="Marco Bauer - OSBR" userId="67df0eea-3fa5-445e-8ba4-a52bfbd70c4f" providerId="ADAL" clId="{00A7E9DF-FE7E-47CE-A388-4EF3D89B6557}" dt="2024-08-09T16:03:26.849" v="4311" actId="255"/>
        <pc:sldMkLst>
          <pc:docMk/>
          <pc:sldMk cId="1804426454" sldId="263"/>
        </pc:sldMkLst>
      </pc:sldChg>
      <pc:sldChg chg="addSp delSp modSp add mod ord setBg modNotesTx">
        <pc:chgData name="Marco Bauer - OSBR" userId="67df0eea-3fa5-445e-8ba4-a52bfbd70c4f" providerId="ADAL" clId="{00A7E9DF-FE7E-47CE-A388-4EF3D89B6557}" dt="2024-08-05T15:00:40.342" v="2711" actId="20577"/>
        <pc:sldMkLst>
          <pc:docMk/>
          <pc:sldMk cId="2717679470" sldId="264"/>
        </pc:sldMkLst>
      </pc:sldChg>
      <pc:sldChg chg="addSp delSp modSp add mod ord setBg addAnim delAnim">
        <pc:chgData name="Marco Bauer - OSBR" userId="67df0eea-3fa5-445e-8ba4-a52bfbd70c4f" providerId="ADAL" clId="{00A7E9DF-FE7E-47CE-A388-4EF3D89B6557}" dt="2024-08-05T14:21:09.339" v="1439" actId="20577"/>
        <pc:sldMkLst>
          <pc:docMk/>
          <pc:sldMk cId="1484108069" sldId="269"/>
        </pc:sldMkLst>
      </pc:sldChg>
      <pc:sldChg chg="addSp modSp add mod ord setBg">
        <pc:chgData name="Marco Bauer - OSBR" userId="67df0eea-3fa5-445e-8ba4-a52bfbd70c4f" providerId="ADAL" clId="{00A7E9DF-FE7E-47CE-A388-4EF3D89B6557}" dt="2024-08-09T11:11:29.363" v="4263" actId="14100"/>
        <pc:sldMkLst>
          <pc:docMk/>
          <pc:sldMk cId="3693557662" sldId="270"/>
        </pc:sldMkLst>
      </pc:sldChg>
      <pc:sldChg chg="modSp add del mod">
        <pc:chgData name="Marco Bauer - OSBR" userId="67df0eea-3fa5-445e-8ba4-a52bfbd70c4f" providerId="ADAL" clId="{00A7E9DF-FE7E-47CE-A388-4EF3D89B6557}" dt="2024-08-05T15:07:36.445" v="2845" actId="47"/>
        <pc:sldMkLst>
          <pc:docMk/>
          <pc:sldMk cId="1503433123" sldId="271"/>
        </pc:sldMkLst>
      </pc:sldChg>
      <pc:sldChg chg="addSp delSp modSp add mod ord setBg setClrOvrMap">
        <pc:chgData name="Marco Bauer - OSBR" userId="67df0eea-3fa5-445e-8ba4-a52bfbd70c4f" providerId="ADAL" clId="{00A7E9DF-FE7E-47CE-A388-4EF3D89B6557}" dt="2024-08-05T15:13:01.067" v="2884" actId="26606"/>
        <pc:sldMkLst>
          <pc:docMk/>
          <pc:sldMk cId="2160404803" sldId="272"/>
        </pc:sldMkLst>
      </pc:sldChg>
      <pc:sldChg chg="add del">
        <pc:chgData name="Marco Bauer - OSBR" userId="67df0eea-3fa5-445e-8ba4-a52bfbd70c4f" providerId="ADAL" clId="{00A7E9DF-FE7E-47CE-A388-4EF3D89B6557}" dt="2024-08-05T14:39:43.401" v="1574"/>
        <pc:sldMkLst>
          <pc:docMk/>
          <pc:sldMk cId="1400797255" sldId="273"/>
        </pc:sldMkLst>
      </pc:sldChg>
      <pc:sldChg chg="addSp delSp modSp add mod ord">
        <pc:chgData name="Marco Bauer - OSBR" userId="67df0eea-3fa5-445e-8ba4-a52bfbd70c4f" providerId="ADAL" clId="{00A7E9DF-FE7E-47CE-A388-4EF3D89B6557}" dt="2024-08-05T16:52:45.790" v="3774"/>
        <pc:sldMkLst>
          <pc:docMk/>
          <pc:sldMk cId="2814019268" sldId="273"/>
        </pc:sldMkLst>
      </pc:sldChg>
      <pc:sldChg chg="addSp delSp modSp add del mod">
        <pc:chgData name="Marco Bauer - OSBR" userId="67df0eea-3fa5-445e-8ba4-a52bfbd70c4f" providerId="ADAL" clId="{00A7E9DF-FE7E-47CE-A388-4EF3D89B6557}" dt="2024-08-05T14:12:15.516" v="1076" actId="47"/>
        <pc:sldMkLst>
          <pc:docMk/>
          <pc:sldMk cId="3035385840" sldId="273"/>
        </pc:sldMkLst>
      </pc:sldChg>
      <pc:sldChg chg="add del">
        <pc:chgData name="Marco Bauer - OSBR" userId="67df0eea-3fa5-445e-8ba4-a52bfbd70c4f" providerId="ADAL" clId="{00A7E9DF-FE7E-47CE-A388-4EF3D89B6557}" dt="2024-08-05T14:39:32.215" v="1572"/>
        <pc:sldMkLst>
          <pc:docMk/>
          <pc:sldMk cId="3606937593" sldId="273"/>
        </pc:sldMkLst>
      </pc:sldChg>
      <pc:sldChg chg="addSp delSp modSp add mod modNotesTx">
        <pc:chgData name="Marco Bauer - OSBR" userId="67df0eea-3fa5-445e-8ba4-a52bfbd70c4f" providerId="ADAL" clId="{00A7E9DF-FE7E-47CE-A388-4EF3D89B6557}" dt="2024-08-05T15:51:04.751" v="3479" actId="12"/>
        <pc:sldMkLst>
          <pc:docMk/>
          <pc:sldMk cId="925132643" sldId="274"/>
        </pc:sldMkLst>
      </pc:sldChg>
      <pc:sldChg chg="addSp delSp modSp add del mod">
        <pc:chgData name="Marco Bauer - OSBR" userId="67df0eea-3fa5-445e-8ba4-a52bfbd70c4f" providerId="ADAL" clId="{00A7E9DF-FE7E-47CE-A388-4EF3D89B6557}" dt="2024-08-05T15:07:35.265" v="2844" actId="47"/>
        <pc:sldMkLst>
          <pc:docMk/>
          <pc:sldMk cId="440022969" sldId="275"/>
        </pc:sldMkLst>
      </pc:sldChg>
      <pc:sldChg chg="addSp delSp modSp add mod setBg">
        <pc:chgData name="Marco Bauer - OSBR" userId="67df0eea-3fa5-445e-8ba4-a52bfbd70c4f" providerId="ADAL" clId="{00A7E9DF-FE7E-47CE-A388-4EF3D89B6557}" dt="2024-08-09T10:39:32.745" v="3869" actId="108"/>
        <pc:sldMkLst>
          <pc:docMk/>
          <pc:sldMk cId="1835850175" sldId="276"/>
        </pc:sldMkLst>
      </pc:sldChg>
      <pc:sldChg chg="addSp modSp add del">
        <pc:chgData name="Marco Bauer - OSBR" userId="67df0eea-3fa5-445e-8ba4-a52bfbd70c4f" providerId="ADAL" clId="{00A7E9DF-FE7E-47CE-A388-4EF3D89B6557}" dt="2024-08-05T15:09:13.101" v="2856" actId="2696"/>
        <pc:sldMkLst>
          <pc:docMk/>
          <pc:sldMk cId="1981533199" sldId="277"/>
        </pc:sldMkLst>
      </pc:sldChg>
      <pc:sldChg chg="addSp delSp modSp add del">
        <pc:chgData name="Marco Bauer - OSBR" userId="67df0eea-3fa5-445e-8ba4-a52bfbd70c4f" providerId="ADAL" clId="{00A7E9DF-FE7E-47CE-A388-4EF3D89B6557}" dt="2024-08-05T15:19:51.344" v="3036" actId="47"/>
        <pc:sldMkLst>
          <pc:docMk/>
          <pc:sldMk cId="3549539305" sldId="277"/>
        </pc:sldMkLst>
      </pc:sldChg>
      <pc:sldChg chg="addSp delSp modSp add mod ord modNotesTx">
        <pc:chgData name="Marco Bauer - OSBR" userId="67df0eea-3fa5-445e-8ba4-a52bfbd70c4f" providerId="ADAL" clId="{00A7E9DF-FE7E-47CE-A388-4EF3D89B6557}" dt="2024-08-05T16:53:11.182" v="3777" actId="313"/>
        <pc:sldMkLst>
          <pc:docMk/>
          <pc:sldMk cId="1088570584" sldId="278"/>
        </pc:sldMkLst>
      </pc:sldChg>
      <pc:sldChg chg="addSp delSp modSp add mod modNotesTx">
        <pc:chgData name="Marco Bauer - OSBR" userId="67df0eea-3fa5-445e-8ba4-a52bfbd70c4f" providerId="ADAL" clId="{00A7E9DF-FE7E-47CE-A388-4EF3D89B6557}" dt="2024-08-05T17:02:41.099" v="3828" actId="20577"/>
        <pc:sldMkLst>
          <pc:docMk/>
          <pc:sldMk cId="1534718603" sldId="279"/>
        </pc:sldMkLst>
      </pc:sldChg>
      <pc:sldChg chg="add modNotesTx">
        <pc:chgData name="Marco Bauer - OSBR" userId="67df0eea-3fa5-445e-8ba4-a52bfbd70c4f" providerId="ADAL" clId="{00A7E9DF-FE7E-47CE-A388-4EF3D89B6557}" dt="2024-08-05T16:06:23.300" v="3543" actId="20577"/>
        <pc:sldMkLst>
          <pc:docMk/>
          <pc:sldMk cId="1701754659" sldId="280"/>
        </pc:sldMkLst>
      </pc:sldChg>
      <pc:sldChg chg="add del">
        <pc:chgData name="Marco Bauer - OSBR" userId="67df0eea-3fa5-445e-8ba4-a52bfbd70c4f" providerId="ADAL" clId="{00A7E9DF-FE7E-47CE-A388-4EF3D89B6557}" dt="2024-08-05T15:56:47.198" v="3482" actId="47"/>
        <pc:sldMkLst>
          <pc:docMk/>
          <pc:sldMk cId="3380791125" sldId="280"/>
        </pc:sldMkLst>
      </pc:sldChg>
      <pc:sldChg chg="addSp delSp modSp add mod">
        <pc:chgData name="Marco Bauer - OSBR" userId="67df0eea-3fa5-445e-8ba4-a52bfbd70c4f" providerId="ADAL" clId="{00A7E9DF-FE7E-47CE-A388-4EF3D89B6557}" dt="2024-08-09T10:56:02.902" v="4248" actId="20577"/>
        <pc:sldMkLst>
          <pc:docMk/>
          <pc:sldMk cId="2138801077" sldId="281"/>
        </pc:sldMkLst>
      </pc:sldChg>
      <pc:sldChg chg="modSp add del mod">
        <pc:chgData name="Marco Bauer - OSBR" userId="67df0eea-3fa5-445e-8ba4-a52bfbd70c4f" providerId="ADAL" clId="{00A7E9DF-FE7E-47CE-A388-4EF3D89B6557}" dt="2024-08-05T16:00:34.343" v="3537" actId="47"/>
        <pc:sldMkLst>
          <pc:docMk/>
          <pc:sldMk cId="3202557780" sldId="1781"/>
        </pc:sldMkLst>
      </pc:sldChg>
      <pc:sldMasterChg chg="delSldLayout">
        <pc:chgData name="Marco Bauer - OSBR" userId="67df0eea-3fa5-445e-8ba4-a52bfbd70c4f" providerId="ADAL" clId="{00A7E9DF-FE7E-47CE-A388-4EF3D89B6557}" dt="2024-08-05T16:00:34.343" v="3537" actId="47"/>
        <pc:sldMasterMkLst>
          <pc:docMk/>
          <pc:sldMasterMk cId="3533882092" sldId="2147483648"/>
        </pc:sldMasterMkLst>
        <pc:sldLayoutChg chg="del">
          <pc:chgData name="Marco Bauer - OSBR" userId="67df0eea-3fa5-445e-8ba4-a52bfbd70c4f" providerId="ADAL" clId="{00A7E9DF-FE7E-47CE-A388-4EF3D89B6557}" dt="2024-08-05T16:00:34.343" v="3537" actId="47"/>
          <pc:sldLayoutMkLst>
            <pc:docMk/>
            <pc:sldMasterMk cId="3533882092" sldId="2147483648"/>
            <pc:sldLayoutMk cId="1862123114" sldId="2147483660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50647-1C22-4107-80CC-FA2981C6CDD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B13EA3-A967-4B8D-9863-CCAC0D1B611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Azure AI Services versus Azure Open AI</a:t>
          </a:r>
          <a:endParaRPr lang="en-US" dirty="0"/>
        </a:p>
      </dgm:t>
    </dgm:pt>
    <dgm:pt modelId="{E16DE233-517F-4FA0-B303-8C752092D964}" type="parTrans" cxnId="{A69C25D7-68DC-42C6-AD90-B61A460F57D2}">
      <dgm:prSet/>
      <dgm:spPr/>
      <dgm:t>
        <a:bodyPr/>
        <a:lstStyle/>
        <a:p>
          <a:endParaRPr lang="en-US"/>
        </a:p>
      </dgm:t>
    </dgm:pt>
    <dgm:pt modelId="{1A7312F7-1D39-47FE-8B35-174796E6BD9A}" type="sibTrans" cxnId="{A69C25D7-68DC-42C6-AD90-B61A460F57D2}">
      <dgm:prSet/>
      <dgm:spPr/>
      <dgm:t>
        <a:bodyPr/>
        <a:lstStyle/>
        <a:p>
          <a:endParaRPr lang="en-US"/>
        </a:p>
      </dgm:t>
    </dgm:pt>
    <dgm:pt modelId="{51DAEDF3-5D69-41B9-8E57-BEF6F3B8D6E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LLM (modelos de linguagem de grande escala)</a:t>
          </a:r>
          <a:endParaRPr lang="en-US" dirty="0"/>
        </a:p>
      </dgm:t>
    </dgm:pt>
    <dgm:pt modelId="{9A2396A0-C87E-44AC-8DE1-3618942FE504}" type="parTrans" cxnId="{C2C79F74-2D15-4C31-80A8-CA474B970BD9}">
      <dgm:prSet/>
      <dgm:spPr/>
      <dgm:t>
        <a:bodyPr/>
        <a:lstStyle/>
        <a:p>
          <a:endParaRPr lang="en-US"/>
        </a:p>
      </dgm:t>
    </dgm:pt>
    <dgm:pt modelId="{2581F4CF-1BE4-4E00-8795-D5C8CE72C7BD}" type="sibTrans" cxnId="{C2C79F74-2D15-4C31-80A8-CA474B970BD9}">
      <dgm:prSet/>
      <dgm:spPr/>
      <dgm:t>
        <a:bodyPr/>
        <a:lstStyle/>
        <a:p>
          <a:endParaRPr lang="en-US"/>
        </a:p>
      </dgm:t>
    </dgm:pt>
    <dgm:pt modelId="{8762F98D-2E79-47C2-820F-BBF71EB1F6B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OpenAI, GPT, DALL-E,...</a:t>
          </a:r>
          <a:endParaRPr lang="en-US" dirty="0"/>
        </a:p>
      </dgm:t>
    </dgm:pt>
    <dgm:pt modelId="{D788609E-315E-4F2E-B16A-3031BA0EBFD8}" type="parTrans" cxnId="{357610D1-5CE7-445D-95EB-60D920B9C7B6}">
      <dgm:prSet/>
      <dgm:spPr/>
      <dgm:t>
        <a:bodyPr/>
        <a:lstStyle/>
        <a:p>
          <a:endParaRPr lang="en-US"/>
        </a:p>
      </dgm:t>
    </dgm:pt>
    <dgm:pt modelId="{B60B11BF-59CE-48A5-B665-60D5B33A2BA3}" type="sibTrans" cxnId="{357610D1-5CE7-445D-95EB-60D920B9C7B6}">
      <dgm:prSet/>
      <dgm:spPr/>
      <dgm:t>
        <a:bodyPr/>
        <a:lstStyle/>
        <a:p>
          <a:endParaRPr lang="en-US"/>
        </a:p>
      </dgm:t>
    </dgm:pt>
    <dgm:pt modelId="{86DD25F3-65DC-4E0D-8F19-4F090069C38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Processador LPU (“o futuro”)</a:t>
          </a:r>
          <a:endParaRPr lang="en-US" dirty="0"/>
        </a:p>
      </dgm:t>
    </dgm:pt>
    <dgm:pt modelId="{2AF07B32-810C-466E-885E-EA91F8E6CBDC}" type="parTrans" cxnId="{453C3C1E-651A-4FC8-BE9B-297DBA7E6E94}">
      <dgm:prSet/>
      <dgm:spPr/>
      <dgm:t>
        <a:bodyPr/>
        <a:lstStyle/>
        <a:p>
          <a:endParaRPr lang="en-US"/>
        </a:p>
      </dgm:t>
    </dgm:pt>
    <dgm:pt modelId="{EF68FC44-D9AE-4A1A-A92C-FDCC2546BE80}" type="sibTrans" cxnId="{453C3C1E-651A-4FC8-BE9B-297DBA7E6E94}">
      <dgm:prSet/>
      <dgm:spPr/>
      <dgm:t>
        <a:bodyPr/>
        <a:lstStyle/>
        <a:p>
          <a:endParaRPr lang="en-US"/>
        </a:p>
      </dgm:t>
    </dgm:pt>
    <dgm:pt modelId="{3D02064C-84F0-4372-8434-A290582AFCF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Demonstrações</a:t>
          </a:r>
          <a:endParaRPr lang="en-US" dirty="0"/>
        </a:p>
      </dgm:t>
    </dgm:pt>
    <dgm:pt modelId="{4C1075E9-805A-4119-8B71-19DE6DD2174C}" type="parTrans" cxnId="{0E0332D4-5332-4481-B6A7-9ABE7DAE00E8}">
      <dgm:prSet/>
      <dgm:spPr/>
      <dgm:t>
        <a:bodyPr/>
        <a:lstStyle/>
        <a:p>
          <a:endParaRPr lang="en-US"/>
        </a:p>
      </dgm:t>
    </dgm:pt>
    <dgm:pt modelId="{AABD3E8C-9B29-4A98-ABBB-CDD50C1BDA86}" type="sibTrans" cxnId="{0E0332D4-5332-4481-B6A7-9ABE7DAE00E8}">
      <dgm:prSet/>
      <dgm:spPr/>
      <dgm:t>
        <a:bodyPr/>
        <a:lstStyle/>
        <a:p>
          <a:endParaRPr lang="en-US"/>
        </a:p>
      </dgm:t>
    </dgm:pt>
    <dgm:pt modelId="{ADDD17FE-9E33-4874-ACE8-CC4806F72DD9}" type="pres">
      <dgm:prSet presAssocID="{4E550647-1C22-4107-80CC-FA2981C6CDDA}" presName="root" presStyleCnt="0">
        <dgm:presLayoutVars>
          <dgm:dir/>
          <dgm:resizeHandles val="exact"/>
        </dgm:presLayoutVars>
      </dgm:prSet>
      <dgm:spPr/>
    </dgm:pt>
    <dgm:pt modelId="{B99F9E65-5B52-4B99-AE7A-E38D8F2F6CF2}" type="pres">
      <dgm:prSet presAssocID="{83B13EA3-A967-4B8D-9863-CCAC0D1B6112}" presName="compNode" presStyleCnt="0"/>
      <dgm:spPr/>
    </dgm:pt>
    <dgm:pt modelId="{E2E15871-4406-484C-995C-0CA3F14AE44A}" type="pres">
      <dgm:prSet presAssocID="{83B13EA3-A967-4B8D-9863-CCAC0D1B6112}" presName="bgRect" presStyleLbl="bgShp" presStyleIdx="0" presStyleCnt="5" custLinFactNeighborY="-1454"/>
      <dgm:spPr/>
    </dgm:pt>
    <dgm:pt modelId="{8990B358-6FEA-4C15-9735-C74201C84AA6}" type="pres">
      <dgm:prSet presAssocID="{83B13EA3-A967-4B8D-9863-CCAC0D1B611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6242867-83EC-481A-8FC4-94F9AE899F61}" type="pres">
      <dgm:prSet presAssocID="{83B13EA3-A967-4B8D-9863-CCAC0D1B6112}" presName="spaceRect" presStyleCnt="0"/>
      <dgm:spPr/>
    </dgm:pt>
    <dgm:pt modelId="{D49D9529-07F4-43CA-B60E-8214D6F9FE17}" type="pres">
      <dgm:prSet presAssocID="{83B13EA3-A967-4B8D-9863-CCAC0D1B6112}" presName="parTx" presStyleLbl="revTx" presStyleIdx="0" presStyleCnt="5">
        <dgm:presLayoutVars>
          <dgm:chMax val="0"/>
          <dgm:chPref val="0"/>
        </dgm:presLayoutVars>
      </dgm:prSet>
      <dgm:spPr/>
    </dgm:pt>
    <dgm:pt modelId="{F5B9EB9F-8F0E-41ED-AC72-5EE4FEBBA757}" type="pres">
      <dgm:prSet presAssocID="{1A7312F7-1D39-47FE-8B35-174796E6BD9A}" presName="sibTrans" presStyleCnt="0"/>
      <dgm:spPr/>
    </dgm:pt>
    <dgm:pt modelId="{16454F2C-9413-4E69-B82A-B9535D81A53C}" type="pres">
      <dgm:prSet presAssocID="{51DAEDF3-5D69-41B9-8E57-BEF6F3B8D6EF}" presName="compNode" presStyleCnt="0"/>
      <dgm:spPr/>
    </dgm:pt>
    <dgm:pt modelId="{6976E17B-1448-4D8B-B744-AA41BA5F9FA4}" type="pres">
      <dgm:prSet presAssocID="{51DAEDF3-5D69-41B9-8E57-BEF6F3B8D6EF}" presName="bgRect" presStyleLbl="bgShp" presStyleIdx="1" presStyleCnt="5"/>
      <dgm:spPr/>
    </dgm:pt>
    <dgm:pt modelId="{1B3A116B-7A90-4CE3-964E-0B6A6509D775}" type="pres">
      <dgm:prSet presAssocID="{51DAEDF3-5D69-41B9-8E57-BEF6F3B8D6E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CD41FEB-165F-49C5-89D0-53907D24461D}" type="pres">
      <dgm:prSet presAssocID="{51DAEDF3-5D69-41B9-8E57-BEF6F3B8D6EF}" presName="spaceRect" presStyleCnt="0"/>
      <dgm:spPr/>
    </dgm:pt>
    <dgm:pt modelId="{27AF8441-A70C-49D6-848B-3E2D272CDC29}" type="pres">
      <dgm:prSet presAssocID="{51DAEDF3-5D69-41B9-8E57-BEF6F3B8D6EF}" presName="parTx" presStyleLbl="revTx" presStyleIdx="1" presStyleCnt="5">
        <dgm:presLayoutVars>
          <dgm:chMax val="0"/>
          <dgm:chPref val="0"/>
        </dgm:presLayoutVars>
      </dgm:prSet>
      <dgm:spPr/>
    </dgm:pt>
    <dgm:pt modelId="{CC1DDF9A-FB6C-493B-BA2D-CBBF5F48599D}" type="pres">
      <dgm:prSet presAssocID="{2581F4CF-1BE4-4E00-8795-D5C8CE72C7BD}" presName="sibTrans" presStyleCnt="0"/>
      <dgm:spPr/>
    </dgm:pt>
    <dgm:pt modelId="{E984AC3C-B9D7-4F80-9333-EF602D035523}" type="pres">
      <dgm:prSet presAssocID="{8762F98D-2E79-47C2-820F-BBF71EB1F6B7}" presName="compNode" presStyleCnt="0"/>
      <dgm:spPr/>
    </dgm:pt>
    <dgm:pt modelId="{592A1759-CE9B-4771-9988-EE462AD6748D}" type="pres">
      <dgm:prSet presAssocID="{8762F98D-2E79-47C2-820F-BBF71EB1F6B7}" presName="bgRect" presStyleLbl="bgShp" presStyleIdx="2" presStyleCnt="5"/>
      <dgm:spPr/>
    </dgm:pt>
    <dgm:pt modelId="{CFA4D0A9-F2B8-4FE2-8C49-D1428261A7D2}" type="pres">
      <dgm:prSet presAssocID="{8762F98D-2E79-47C2-820F-BBF71EB1F6B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90FE1779-937B-41A6-B912-C0A94D75B5C8}" type="pres">
      <dgm:prSet presAssocID="{8762F98D-2E79-47C2-820F-BBF71EB1F6B7}" presName="spaceRect" presStyleCnt="0"/>
      <dgm:spPr/>
    </dgm:pt>
    <dgm:pt modelId="{C76FB998-1A66-4603-80EE-0018520E65C6}" type="pres">
      <dgm:prSet presAssocID="{8762F98D-2E79-47C2-820F-BBF71EB1F6B7}" presName="parTx" presStyleLbl="revTx" presStyleIdx="2" presStyleCnt="5">
        <dgm:presLayoutVars>
          <dgm:chMax val="0"/>
          <dgm:chPref val="0"/>
        </dgm:presLayoutVars>
      </dgm:prSet>
      <dgm:spPr/>
    </dgm:pt>
    <dgm:pt modelId="{957F0D25-DB63-44B0-8140-AA1BA8648DC3}" type="pres">
      <dgm:prSet presAssocID="{B60B11BF-59CE-48A5-B665-60D5B33A2BA3}" presName="sibTrans" presStyleCnt="0"/>
      <dgm:spPr/>
    </dgm:pt>
    <dgm:pt modelId="{C10589AA-BC58-489D-B07C-01CFAC1C0AF0}" type="pres">
      <dgm:prSet presAssocID="{86DD25F3-65DC-4E0D-8F19-4F090069C384}" presName="compNode" presStyleCnt="0"/>
      <dgm:spPr/>
    </dgm:pt>
    <dgm:pt modelId="{523AD498-6B56-47CB-8CE2-BBADA2C2F149}" type="pres">
      <dgm:prSet presAssocID="{86DD25F3-65DC-4E0D-8F19-4F090069C384}" presName="bgRect" presStyleLbl="bgShp" presStyleIdx="3" presStyleCnt="5"/>
      <dgm:spPr/>
    </dgm:pt>
    <dgm:pt modelId="{5AE834B5-6A29-4208-ABE1-4813EA3D28F0}" type="pres">
      <dgm:prSet presAssocID="{86DD25F3-65DC-4E0D-8F19-4F090069C38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D70BBFBD-1F6C-43BF-8E1A-4503050E64F9}" type="pres">
      <dgm:prSet presAssocID="{86DD25F3-65DC-4E0D-8F19-4F090069C384}" presName="spaceRect" presStyleCnt="0"/>
      <dgm:spPr/>
    </dgm:pt>
    <dgm:pt modelId="{9C6E95CE-FFF9-4900-B2E8-682D1526E81E}" type="pres">
      <dgm:prSet presAssocID="{86DD25F3-65DC-4E0D-8F19-4F090069C384}" presName="parTx" presStyleLbl="revTx" presStyleIdx="3" presStyleCnt="5">
        <dgm:presLayoutVars>
          <dgm:chMax val="0"/>
          <dgm:chPref val="0"/>
        </dgm:presLayoutVars>
      </dgm:prSet>
      <dgm:spPr/>
    </dgm:pt>
    <dgm:pt modelId="{5F2AF44B-0389-423B-9F99-4CE010F2AF09}" type="pres">
      <dgm:prSet presAssocID="{EF68FC44-D9AE-4A1A-A92C-FDCC2546BE80}" presName="sibTrans" presStyleCnt="0"/>
      <dgm:spPr/>
    </dgm:pt>
    <dgm:pt modelId="{50C7863E-7A9B-4F39-8023-B9EEB8CE70E9}" type="pres">
      <dgm:prSet presAssocID="{3D02064C-84F0-4372-8434-A290582AFCF7}" presName="compNode" presStyleCnt="0"/>
      <dgm:spPr/>
    </dgm:pt>
    <dgm:pt modelId="{03A45F79-9AA8-4660-A886-FE5A4692CD54}" type="pres">
      <dgm:prSet presAssocID="{3D02064C-84F0-4372-8434-A290582AFCF7}" presName="bgRect" presStyleLbl="bgShp" presStyleIdx="4" presStyleCnt="5"/>
      <dgm:spPr/>
    </dgm:pt>
    <dgm:pt modelId="{A4855712-2339-43C4-B1B9-A4EF297DA3DE}" type="pres">
      <dgm:prSet presAssocID="{3D02064C-84F0-4372-8434-A290582AFC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7E2F4E65-FB81-4BE2-86BE-0E06DB6E72E2}" type="pres">
      <dgm:prSet presAssocID="{3D02064C-84F0-4372-8434-A290582AFCF7}" presName="spaceRect" presStyleCnt="0"/>
      <dgm:spPr/>
    </dgm:pt>
    <dgm:pt modelId="{E8D18773-7C6A-4B67-9944-A3F828EA1FB4}" type="pres">
      <dgm:prSet presAssocID="{3D02064C-84F0-4372-8434-A290582AFCF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53C3C1E-651A-4FC8-BE9B-297DBA7E6E94}" srcId="{4E550647-1C22-4107-80CC-FA2981C6CDDA}" destId="{86DD25F3-65DC-4E0D-8F19-4F090069C384}" srcOrd="3" destOrd="0" parTransId="{2AF07B32-810C-466E-885E-EA91F8E6CBDC}" sibTransId="{EF68FC44-D9AE-4A1A-A92C-FDCC2546BE80}"/>
    <dgm:cxn modelId="{B597203A-D350-4579-B147-83DCB1E38D18}" type="presOf" srcId="{83B13EA3-A967-4B8D-9863-CCAC0D1B6112}" destId="{D49D9529-07F4-43CA-B60E-8214D6F9FE17}" srcOrd="0" destOrd="0" presId="urn:microsoft.com/office/officeart/2018/2/layout/IconVerticalSolidList"/>
    <dgm:cxn modelId="{ACBB944B-3112-49A5-974B-70419B0019B8}" type="presOf" srcId="{4E550647-1C22-4107-80CC-FA2981C6CDDA}" destId="{ADDD17FE-9E33-4874-ACE8-CC4806F72DD9}" srcOrd="0" destOrd="0" presId="urn:microsoft.com/office/officeart/2018/2/layout/IconVerticalSolidList"/>
    <dgm:cxn modelId="{06EAE06D-9ECD-4D81-9551-6F0D08D85477}" type="presOf" srcId="{51DAEDF3-5D69-41B9-8E57-BEF6F3B8D6EF}" destId="{27AF8441-A70C-49D6-848B-3E2D272CDC29}" srcOrd="0" destOrd="0" presId="urn:microsoft.com/office/officeart/2018/2/layout/IconVerticalSolidList"/>
    <dgm:cxn modelId="{C2C79F74-2D15-4C31-80A8-CA474B970BD9}" srcId="{4E550647-1C22-4107-80CC-FA2981C6CDDA}" destId="{51DAEDF3-5D69-41B9-8E57-BEF6F3B8D6EF}" srcOrd="1" destOrd="0" parTransId="{9A2396A0-C87E-44AC-8DE1-3618942FE504}" sibTransId="{2581F4CF-1BE4-4E00-8795-D5C8CE72C7BD}"/>
    <dgm:cxn modelId="{1F5F5293-2E6B-4297-9F2E-F32817FCB707}" type="presOf" srcId="{86DD25F3-65DC-4E0D-8F19-4F090069C384}" destId="{9C6E95CE-FFF9-4900-B2E8-682D1526E81E}" srcOrd="0" destOrd="0" presId="urn:microsoft.com/office/officeart/2018/2/layout/IconVerticalSolidList"/>
    <dgm:cxn modelId="{47E221A4-3E34-4341-ABEA-8EDC66187C81}" type="presOf" srcId="{8762F98D-2E79-47C2-820F-BBF71EB1F6B7}" destId="{C76FB998-1A66-4603-80EE-0018520E65C6}" srcOrd="0" destOrd="0" presId="urn:microsoft.com/office/officeart/2018/2/layout/IconVerticalSolidList"/>
    <dgm:cxn modelId="{05B6AFC1-1F42-4E63-BFD9-0065E2E7AE5E}" type="presOf" srcId="{3D02064C-84F0-4372-8434-A290582AFCF7}" destId="{E8D18773-7C6A-4B67-9944-A3F828EA1FB4}" srcOrd="0" destOrd="0" presId="urn:microsoft.com/office/officeart/2018/2/layout/IconVerticalSolidList"/>
    <dgm:cxn modelId="{357610D1-5CE7-445D-95EB-60D920B9C7B6}" srcId="{4E550647-1C22-4107-80CC-FA2981C6CDDA}" destId="{8762F98D-2E79-47C2-820F-BBF71EB1F6B7}" srcOrd="2" destOrd="0" parTransId="{D788609E-315E-4F2E-B16A-3031BA0EBFD8}" sibTransId="{B60B11BF-59CE-48A5-B665-60D5B33A2BA3}"/>
    <dgm:cxn modelId="{0E0332D4-5332-4481-B6A7-9ABE7DAE00E8}" srcId="{4E550647-1C22-4107-80CC-FA2981C6CDDA}" destId="{3D02064C-84F0-4372-8434-A290582AFCF7}" srcOrd="4" destOrd="0" parTransId="{4C1075E9-805A-4119-8B71-19DE6DD2174C}" sibTransId="{AABD3E8C-9B29-4A98-ABBB-CDD50C1BDA86}"/>
    <dgm:cxn modelId="{A69C25D7-68DC-42C6-AD90-B61A460F57D2}" srcId="{4E550647-1C22-4107-80CC-FA2981C6CDDA}" destId="{83B13EA3-A967-4B8D-9863-CCAC0D1B6112}" srcOrd="0" destOrd="0" parTransId="{E16DE233-517F-4FA0-B303-8C752092D964}" sibTransId="{1A7312F7-1D39-47FE-8B35-174796E6BD9A}"/>
    <dgm:cxn modelId="{94B0EE56-178B-459F-AFA0-D2B0547505AC}" type="presParOf" srcId="{ADDD17FE-9E33-4874-ACE8-CC4806F72DD9}" destId="{B99F9E65-5B52-4B99-AE7A-E38D8F2F6CF2}" srcOrd="0" destOrd="0" presId="urn:microsoft.com/office/officeart/2018/2/layout/IconVerticalSolidList"/>
    <dgm:cxn modelId="{68CB96E3-4147-4BBB-9404-21421E73FABD}" type="presParOf" srcId="{B99F9E65-5B52-4B99-AE7A-E38D8F2F6CF2}" destId="{E2E15871-4406-484C-995C-0CA3F14AE44A}" srcOrd="0" destOrd="0" presId="urn:microsoft.com/office/officeart/2018/2/layout/IconVerticalSolidList"/>
    <dgm:cxn modelId="{9795948B-17A2-4A74-BC50-6B503CA05B1E}" type="presParOf" srcId="{B99F9E65-5B52-4B99-AE7A-E38D8F2F6CF2}" destId="{8990B358-6FEA-4C15-9735-C74201C84AA6}" srcOrd="1" destOrd="0" presId="urn:microsoft.com/office/officeart/2018/2/layout/IconVerticalSolidList"/>
    <dgm:cxn modelId="{BD15D26A-4A27-4D22-BE8B-50420FD49AE3}" type="presParOf" srcId="{B99F9E65-5B52-4B99-AE7A-E38D8F2F6CF2}" destId="{26242867-83EC-481A-8FC4-94F9AE899F61}" srcOrd="2" destOrd="0" presId="urn:microsoft.com/office/officeart/2018/2/layout/IconVerticalSolidList"/>
    <dgm:cxn modelId="{B7638027-FC07-44F5-BA1C-1C5B333DAEBA}" type="presParOf" srcId="{B99F9E65-5B52-4B99-AE7A-E38D8F2F6CF2}" destId="{D49D9529-07F4-43CA-B60E-8214D6F9FE17}" srcOrd="3" destOrd="0" presId="urn:microsoft.com/office/officeart/2018/2/layout/IconVerticalSolidList"/>
    <dgm:cxn modelId="{1D252CDC-4A38-4DD1-B924-3D12383C94DD}" type="presParOf" srcId="{ADDD17FE-9E33-4874-ACE8-CC4806F72DD9}" destId="{F5B9EB9F-8F0E-41ED-AC72-5EE4FEBBA757}" srcOrd="1" destOrd="0" presId="urn:microsoft.com/office/officeart/2018/2/layout/IconVerticalSolidList"/>
    <dgm:cxn modelId="{F964B64A-4B54-4903-9445-F097015D76F4}" type="presParOf" srcId="{ADDD17FE-9E33-4874-ACE8-CC4806F72DD9}" destId="{16454F2C-9413-4E69-B82A-B9535D81A53C}" srcOrd="2" destOrd="0" presId="urn:microsoft.com/office/officeart/2018/2/layout/IconVerticalSolidList"/>
    <dgm:cxn modelId="{F32B255F-EA06-472A-A814-90C8AA89FEBD}" type="presParOf" srcId="{16454F2C-9413-4E69-B82A-B9535D81A53C}" destId="{6976E17B-1448-4D8B-B744-AA41BA5F9FA4}" srcOrd="0" destOrd="0" presId="urn:microsoft.com/office/officeart/2018/2/layout/IconVerticalSolidList"/>
    <dgm:cxn modelId="{2449F7B4-EE9C-4C1B-83DF-29C42A36DAE3}" type="presParOf" srcId="{16454F2C-9413-4E69-B82A-B9535D81A53C}" destId="{1B3A116B-7A90-4CE3-964E-0B6A6509D775}" srcOrd="1" destOrd="0" presId="urn:microsoft.com/office/officeart/2018/2/layout/IconVerticalSolidList"/>
    <dgm:cxn modelId="{80A96E10-672A-4F72-99ED-A22EC77F533D}" type="presParOf" srcId="{16454F2C-9413-4E69-B82A-B9535D81A53C}" destId="{ECD41FEB-165F-49C5-89D0-53907D24461D}" srcOrd="2" destOrd="0" presId="urn:microsoft.com/office/officeart/2018/2/layout/IconVerticalSolidList"/>
    <dgm:cxn modelId="{FBEB450C-8081-4D4C-80B6-A030307F3B33}" type="presParOf" srcId="{16454F2C-9413-4E69-B82A-B9535D81A53C}" destId="{27AF8441-A70C-49D6-848B-3E2D272CDC29}" srcOrd="3" destOrd="0" presId="urn:microsoft.com/office/officeart/2018/2/layout/IconVerticalSolidList"/>
    <dgm:cxn modelId="{7B71FCE1-81AD-4FED-8630-9B3C0115449E}" type="presParOf" srcId="{ADDD17FE-9E33-4874-ACE8-CC4806F72DD9}" destId="{CC1DDF9A-FB6C-493B-BA2D-CBBF5F48599D}" srcOrd="3" destOrd="0" presId="urn:microsoft.com/office/officeart/2018/2/layout/IconVerticalSolidList"/>
    <dgm:cxn modelId="{A2F033D5-9324-4C93-B638-99D109F3BDA7}" type="presParOf" srcId="{ADDD17FE-9E33-4874-ACE8-CC4806F72DD9}" destId="{E984AC3C-B9D7-4F80-9333-EF602D035523}" srcOrd="4" destOrd="0" presId="urn:microsoft.com/office/officeart/2018/2/layout/IconVerticalSolidList"/>
    <dgm:cxn modelId="{038E7D2E-535C-4A8D-9543-BA72474FC323}" type="presParOf" srcId="{E984AC3C-B9D7-4F80-9333-EF602D035523}" destId="{592A1759-CE9B-4771-9988-EE462AD6748D}" srcOrd="0" destOrd="0" presId="urn:microsoft.com/office/officeart/2018/2/layout/IconVerticalSolidList"/>
    <dgm:cxn modelId="{97F80EA7-7541-4C26-B81E-13F427559F1C}" type="presParOf" srcId="{E984AC3C-B9D7-4F80-9333-EF602D035523}" destId="{CFA4D0A9-F2B8-4FE2-8C49-D1428261A7D2}" srcOrd="1" destOrd="0" presId="urn:microsoft.com/office/officeart/2018/2/layout/IconVerticalSolidList"/>
    <dgm:cxn modelId="{FD90ADE6-688F-4B6A-974E-44C21F9F31A5}" type="presParOf" srcId="{E984AC3C-B9D7-4F80-9333-EF602D035523}" destId="{90FE1779-937B-41A6-B912-C0A94D75B5C8}" srcOrd="2" destOrd="0" presId="urn:microsoft.com/office/officeart/2018/2/layout/IconVerticalSolidList"/>
    <dgm:cxn modelId="{6516371C-7159-4CD0-A6EB-FB16081796CC}" type="presParOf" srcId="{E984AC3C-B9D7-4F80-9333-EF602D035523}" destId="{C76FB998-1A66-4603-80EE-0018520E65C6}" srcOrd="3" destOrd="0" presId="urn:microsoft.com/office/officeart/2018/2/layout/IconVerticalSolidList"/>
    <dgm:cxn modelId="{0D259C41-F262-480D-A139-E58A6AB78440}" type="presParOf" srcId="{ADDD17FE-9E33-4874-ACE8-CC4806F72DD9}" destId="{957F0D25-DB63-44B0-8140-AA1BA8648DC3}" srcOrd="5" destOrd="0" presId="urn:microsoft.com/office/officeart/2018/2/layout/IconVerticalSolidList"/>
    <dgm:cxn modelId="{4E4EB0D2-9F2B-4834-9BD0-F5298623CF2D}" type="presParOf" srcId="{ADDD17FE-9E33-4874-ACE8-CC4806F72DD9}" destId="{C10589AA-BC58-489D-B07C-01CFAC1C0AF0}" srcOrd="6" destOrd="0" presId="urn:microsoft.com/office/officeart/2018/2/layout/IconVerticalSolidList"/>
    <dgm:cxn modelId="{13FA4C21-5390-445D-A516-F50B9CF9DF5A}" type="presParOf" srcId="{C10589AA-BC58-489D-B07C-01CFAC1C0AF0}" destId="{523AD498-6B56-47CB-8CE2-BBADA2C2F149}" srcOrd="0" destOrd="0" presId="urn:microsoft.com/office/officeart/2018/2/layout/IconVerticalSolidList"/>
    <dgm:cxn modelId="{C891C758-E051-4329-9735-9D76EF82FD7E}" type="presParOf" srcId="{C10589AA-BC58-489D-B07C-01CFAC1C0AF0}" destId="{5AE834B5-6A29-4208-ABE1-4813EA3D28F0}" srcOrd="1" destOrd="0" presId="urn:microsoft.com/office/officeart/2018/2/layout/IconVerticalSolidList"/>
    <dgm:cxn modelId="{B708F9FD-5ED2-4601-A6B4-C6CC67913E6B}" type="presParOf" srcId="{C10589AA-BC58-489D-B07C-01CFAC1C0AF0}" destId="{D70BBFBD-1F6C-43BF-8E1A-4503050E64F9}" srcOrd="2" destOrd="0" presId="urn:microsoft.com/office/officeart/2018/2/layout/IconVerticalSolidList"/>
    <dgm:cxn modelId="{2631C331-ABB2-49B5-A830-0065ECD5D14B}" type="presParOf" srcId="{C10589AA-BC58-489D-B07C-01CFAC1C0AF0}" destId="{9C6E95CE-FFF9-4900-B2E8-682D1526E81E}" srcOrd="3" destOrd="0" presId="urn:microsoft.com/office/officeart/2018/2/layout/IconVerticalSolidList"/>
    <dgm:cxn modelId="{424CDC4B-C9BE-431F-8A83-D7BF767189A0}" type="presParOf" srcId="{ADDD17FE-9E33-4874-ACE8-CC4806F72DD9}" destId="{5F2AF44B-0389-423B-9F99-4CE010F2AF09}" srcOrd="7" destOrd="0" presId="urn:microsoft.com/office/officeart/2018/2/layout/IconVerticalSolidList"/>
    <dgm:cxn modelId="{9B6D288F-A567-4F97-B560-CAB9EBF5AA1D}" type="presParOf" srcId="{ADDD17FE-9E33-4874-ACE8-CC4806F72DD9}" destId="{50C7863E-7A9B-4F39-8023-B9EEB8CE70E9}" srcOrd="8" destOrd="0" presId="urn:microsoft.com/office/officeart/2018/2/layout/IconVerticalSolidList"/>
    <dgm:cxn modelId="{0CBE717C-9DD5-4A0A-BC56-525B812FA578}" type="presParOf" srcId="{50C7863E-7A9B-4F39-8023-B9EEB8CE70E9}" destId="{03A45F79-9AA8-4660-A886-FE5A4692CD54}" srcOrd="0" destOrd="0" presId="urn:microsoft.com/office/officeart/2018/2/layout/IconVerticalSolidList"/>
    <dgm:cxn modelId="{55945EDA-9038-4AF4-871E-621EE06C8001}" type="presParOf" srcId="{50C7863E-7A9B-4F39-8023-B9EEB8CE70E9}" destId="{A4855712-2339-43C4-B1B9-A4EF297DA3DE}" srcOrd="1" destOrd="0" presId="urn:microsoft.com/office/officeart/2018/2/layout/IconVerticalSolidList"/>
    <dgm:cxn modelId="{27AF38FE-9065-4C7C-A6C6-65E613FECAAC}" type="presParOf" srcId="{50C7863E-7A9B-4F39-8023-B9EEB8CE70E9}" destId="{7E2F4E65-FB81-4BE2-86BE-0E06DB6E72E2}" srcOrd="2" destOrd="0" presId="urn:microsoft.com/office/officeart/2018/2/layout/IconVerticalSolidList"/>
    <dgm:cxn modelId="{AD807608-3ADC-4E07-AE7F-B7C64017EAB8}" type="presParOf" srcId="{50C7863E-7A9B-4F39-8023-B9EEB8CE70E9}" destId="{E8D18773-7C6A-4B67-9944-A3F828EA1F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15871-4406-484C-995C-0CA3F14AE44A}">
      <dsp:nvSpPr>
        <dsp:cNvPr id="0" name=""/>
        <dsp:cNvSpPr/>
      </dsp:nvSpPr>
      <dsp:spPr>
        <a:xfrm>
          <a:off x="0" y="0"/>
          <a:ext cx="9401145" cy="8757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0B358-6FEA-4C15-9735-C74201C84AA6}">
      <dsp:nvSpPr>
        <dsp:cNvPr id="0" name=""/>
        <dsp:cNvSpPr/>
      </dsp:nvSpPr>
      <dsp:spPr>
        <a:xfrm>
          <a:off x="264927" y="201165"/>
          <a:ext cx="481685" cy="4816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D9529-07F4-43CA-B60E-8214D6F9FE17}">
      <dsp:nvSpPr>
        <dsp:cNvPr id="0" name=""/>
        <dsp:cNvSpPr/>
      </dsp:nvSpPr>
      <dsp:spPr>
        <a:xfrm>
          <a:off x="1011540" y="4111"/>
          <a:ext cx="8389604" cy="875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88" tIns="92688" rIns="92688" bIns="926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Azure AI Services versus Azure Open AI</a:t>
          </a:r>
          <a:endParaRPr lang="en-US" sz="1900" kern="1200" dirty="0"/>
        </a:p>
      </dsp:txBody>
      <dsp:txXfrm>
        <a:off x="1011540" y="4111"/>
        <a:ext cx="8389604" cy="875792"/>
      </dsp:txXfrm>
    </dsp:sp>
    <dsp:sp modelId="{6976E17B-1448-4D8B-B744-AA41BA5F9FA4}">
      <dsp:nvSpPr>
        <dsp:cNvPr id="0" name=""/>
        <dsp:cNvSpPr/>
      </dsp:nvSpPr>
      <dsp:spPr>
        <a:xfrm>
          <a:off x="0" y="1098852"/>
          <a:ext cx="9401145" cy="8757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A116B-7A90-4CE3-964E-0B6A6509D775}">
      <dsp:nvSpPr>
        <dsp:cNvPr id="0" name=""/>
        <dsp:cNvSpPr/>
      </dsp:nvSpPr>
      <dsp:spPr>
        <a:xfrm>
          <a:off x="264927" y="1295905"/>
          <a:ext cx="481685" cy="4816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F8441-A70C-49D6-848B-3E2D272CDC29}">
      <dsp:nvSpPr>
        <dsp:cNvPr id="0" name=""/>
        <dsp:cNvSpPr/>
      </dsp:nvSpPr>
      <dsp:spPr>
        <a:xfrm>
          <a:off x="1011540" y="1098852"/>
          <a:ext cx="8389604" cy="875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88" tIns="92688" rIns="92688" bIns="926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LLM (modelos de linguagem de grande escala)</a:t>
          </a:r>
          <a:endParaRPr lang="en-US" sz="1900" kern="1200" dirty="0"/>
        </a:p>
      </dsp:txBody>
      <dsp:txXfrm>
        <a:off x="1011540" y="1098852"/>
        <a:ext cx="8389604" cy="875792"/>
      </dsp:txXfrm>
    </dsp:sp>
    <dsp:sp modelId="{592A1759-CE9B-4771-9988-EE462AD6748D}">
      <dsp:nvSpPr>
        <dsp:cNvPr id="0" name=""/>
        <dsp:cNvSpPr/>
      </dsp:nvSpPr>
      <dsp:spPr>
        <a:xfrm>
          <a:off x="0" y="2193593"/>
          <a:ext cx="9401145" cy="8757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4D0A9-F2B8-4FE2-8C49-D1428261A7D2}">
      <dsp:nvSpPr>
        <dsp:cNvPr id="0" name=""/>
        <dsp:cNvSpPr/>
      </dsp:nvSpPr>
      <dsp:spPr>
        <a:xfrm>
          <a:off x="264927" y="2390646"/>
          <a:ext cx="481685" cy="4816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FB998-1A66-4603-80EE-0018520E65C6}">
      <dsp:nvSpPr>
        <dsp:cNvPr id="0" name=""/>
        <dsp:cNvSpPr/>
      </dsp:nvSpPr>
      <dsp:spPr>
        <a:xfrm>
          <a:off x="1011540" y="2193593"/>
          <a:ext cx="8389604" cy="875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88" tIns="92688" rIns="92688" bIns="926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OpenAI, GPT, DALL-E,...</a:t>
          </a:r>
          <a:endParaRPr lang="en-US" sz="1900" kern="1200" dirty="0"/>
        </a:p>
      </dsp:txBody>
      <dsp:txXfrm>
        <a:off x="1011540" y="2193593"/>
        <a:ext cx="8389604" cy="875792"/>
      </dsp:txXfrm>
    </dsp:sp>
    <dsp:sp modelId="{523AD498-6B56-47CB-8CE2-BBADA2C2F149}">
      <dsp:nvSpPr>
        <dsp:cNvPr id="0" name=""/>
        <dsp:cNvSpPr/>
      </dsp:nvSpPr>
      <dsp:spPr>
        <a:xfrm>
          <a:off x="0" y="3288333"/>
          <a:ext cx="9401145" cy="8757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834B5-6A29-4208-ABE1-4813EA3D28F0}">
      <dsp:nvSpPr>
        <dsp:cNvPr id="0" name=""/>
        <dsp:cNvSpPr/>
      </dsp:nvSpPr>
      <dsp:spPr>
        <a:xfrm>
          <a:off x="264927" y="3485387"/>
          <a:ext cx="481685" cy="4816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E95CE-FFF9-4900-B2E8-682D1526E81E}">
      <dsp:nvSpPr>
        <dsp:cNvPr id="0" name=""/>
        <dsp:cNvSpPr/>
      </dsp:nvSpPr>
      <dsp:spPr>
        <a:xfrm>
          <a:off x="1011540" y="3288333"/>
          <a:ext cx="8389604" cy="875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88" tIns="92688" rIns="92688" bIns="926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Processador LPU (“o futuro”)</a:t>
          </a:r>
          <a:endParaRPr lang="en-US" sz="1900" kern="1200" dirty="0"/>
        </a:p>
      </dsp:txBody>
      <dsp:txXfrm>
        <a:off x="1011540" y="3288333"/>
        <a:ext cx="8389604" cy="875792"/>
      </dsp:txXfrm>
    </dsp:sp>
    <dsp:sp modelId="{03A45F79-9AA8-4660-A886-FE5A4692CD54}">
      <dsp:nvSpPr>
        <dsp:cNvPr id="0" name=""/>
        <dsp:cNvSpPr/>
      </dsp:nvSpPr>
      <dsp:spPr>
        <a:xfrm>
          <a:off x="0" y="4383074"/>
          <a:ext cx="9401145" cy="87579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55712-2339-43C4-B1B9-A4EF297DA3DE}">
      <dsp:nvSpPr>
        <dsp:cNvPr id="0" name=""/>
        <dsp:cNvSpPr/>
      </dsp:nvSpPr>
      <dsp:spPr>
        <a:xfrm>
          <a:off x="264927" y="4580128"/>
          <a:ext cx="481685" cy="48168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18773-7C6A-4B67-9944-A3F828EA1FB4}">
      <dsp:nvSpPr>
        <dsp:cNvPr id="0" name=""/>
        <dsp:cNvSpPr/>
      </dsp:nvSpPr>
      <dsp:spPr>
        <a:xfrm>
          <a:off x="1011540" y="4383074"/>
          <a:ext cx="8389604" cy="875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688" tIns="92688" rIns="92688" bIns="926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Demonstrações</a:t>
          </a:r>
          <a:endParaRPr lang="en-US" sz="1900" kern="1200" dirty="0"/>
        </a:p>
      </dsp:txBody>
      <dsp:txXfrm>
        <a:off x="1011540" y="4383074"/>
        <a:ext cx="8389604" cy="875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A7694-39DD-48DE-827B-203BE6066A01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5792E-2EF9-4C21-A82D-6A3CCA21BA1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45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Modelos_de_linguagem_de_grande_escala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iggermesh.com/blog/top-5-ai-resources-for-llm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chatgpt/pricin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platform.openai.com/docs/models" TargetMode="External"/><Relationship Id="rId4" Type="http://schemas.openxmlformats.org/officeDocument/2006/relationships/hyperlink" Target="https://learn.microsoft.com/en-us/azure/ai-services/openai/supported-languages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90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149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pt-BR" dirty="0"/>
              <a:t>O Cognitive Services mudou para AI Services e é multisserviço, não gratuito</a:t>
            </a:r>
          </a:p>
          <a:p>
            <a:pPr marL="228600" indent="-228600">
              <a:buAutoNum type="arabicParenR"/>
            </a:pPr>
            <a:r>
              <a:rPr lang="pt-BR" dirty="0"/>
              <a:t>Translator, Speech, Doc Intelligence, são serviços especializados e possuem camada FREE!</a:t>
            </a:r>
          </a:p>
          <a:p>
            <a:pPr marL="228600" indent="-228600">
              <a:buAutoNum type="arabicParenR"/>
            </a:pPr>
            <a:r>
              <a:rPr lang="pt-BR" dirty="0"/>
              <a:t>OpenAI é liberado conforme analise da Microsoft para </a:t>
            </a:r>
            <a:r>
              <a:rPr lang="pt-BR" dirty="0" err="1"/>
              <a:t>emails</a:t>
            </a:r>
            <a:r>
              <a:rPr lang="pt-BR" dirty="0"/>
              <a:t> @domínio de empresa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251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3"/>
              </a:rPr>
              <a:t>https://pt.wikipedia.org/wiki/Modelos_de_linguagem_de_grande_escala</a:t>
            </a: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20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pt-BR" dirty="0"/>
              <a:t>BARD é o antigo que mudou para GEMINI</a:t>
            </a:r>
          </a:p>
          <a:p>
            <a:pPr marL="228600" indent="-228600">
              <a:buAutoNum type="arabicParenR"/>
            </a:pPr>
            <a:r>
              <a:rPr lang="pt-BR" dirty="0"/>
              <a:t>Destaque para </a:t>
            </a:r>
            <a:r>
              <a:rPr lang="pt-BR" dirty="0" err="1"/>
              <a:t>LLaMA</a:t>
            </a:r>
            <a:r>
              <a:rPr lang="pt-BR" dirty="0"/>
              <a:t>, </a:t>
            </a:r>
            <a:r>
              <a:rPr lang="pt-BR" dirty="0" err="1"/>
              <a:t>Alexa</a:t>
            </a:r>
            <a:r>
              <a:rPr lang="pt-BR" dirty="0"/>
              <a:t> TM, Bloom, Sparrow, BERT (precursor importante)</a:t>
            </a:r>
          </a:p>
          <a:p>
            <a:pPr marL="228600" indent="-228600">
              <a:buAutoNum type="arabicParenR"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3"/>
              </a:rPr>
              <a:t>https://www.triggermesh.com/blog/top-5-ai-resources-for-llms</a:t>
            </a: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28600" indent="-228600">
              <a:buAutoNum type="arabicParenR"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063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pt-BR" dirty="0"/>
              <a:t>GPT para NLP/texto</a:t>
            </a:r>
          </a:p>
          <a:p>
            <a:pPr marL="228600" indent="-228600">
              <a:buAutoNum type="arabicParenR"/>
            </a:pPr>
            <a:r>
              <a:rPr lang="pt-BR" dirty="0"/>
              <a:t>DALL-E para geração de imagens</a:t>
            </a:r>
          </a:p>
          <a:p>
            <a:pPr marL="228600" indent="-228600">
              <a:buAutoNum type="arabicParenR"/>
            </a:pPr>
            <a:r>
              <a:rPr lang="pt-BR" sz="1800" dirty="0">
                <a:effectLst/>
                <a:latin typeface="Calibri" panose="020F0502020204030204" pitchFamily="34" charset="0"/>
              </a:rPr>
              <a:t>2024 : GPT 4o - Omni - lida com texto,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audio</a:t>
            </a:r>
            <a:r>
              <a:rPr lang="pt-BR" sz="1800" dirty="0">
                <a:effectLst/>
                <a:latin typeface="Calibri" panose="020F0502020204030204" pitchFamily="34" charset="0"/>
              </a:rPr>
              <a:t> , imagem e 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video</a:t>
            </a:r>
            <a:r>
              <a:rPr lang="pt-BR" sz="1800" dirty="0">
                <a:effectLst/>
                <a:latin typeface="Calibri" panose="020F0502020204030204" pitchFamily="34" charset="0"/>
              </a:rPr>
              <a:t> num único modelo!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pt-BR" sz="1800" dirty="0">
                <a:effectLst/>
                <a:latin typeface="Calibri" panose="020F0502020204030204" pitchFamily="34" charset="0"/>
              </a:rPr>
              <a:t>Sora : texto para vídeo (anunciado em 15/02/2024 , sem data prevista de lançamento!)</a:t>
            </a:r>
          </a:p>
          <a:p>
            <a:pPr marL="228600" indent="-228600">
              <a:buAutoNum type="arabicParenR"/>
            </a:pPr>
            <a:endParaRPr lang="pt-BR" sz="1800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pt-BR" sz="1800" dirty="0">
                <a:effectLst/>
                <a:latin typeface="Calibri" panose="020F0502020204030204" pitchFamily="34" charset="0"/>
              </a:rPr>
              <a:t>https://pt.wikipedia.org/wiki/OpenAI</a:t>
            </a:r>
          </a:p>
          <a:p>
            <a:pPr marL="0" indent="0">
              <a:buNone/>
            </a:pPr>
            <a:r>
              <a:rPr lang="pt-BR" dirty="0"/>
              <a:t>https://platform.openai.com/docs/models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779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https://www.linkedin.com/pulse/cpu-vs-gpu-tpu-dpu-qpu-ultimate-showdown-processing-units-dragutoiu/</a:t>
            </a:r>
          </a:p>
          <a:p>
            <a:pPr marL="0" indent="0">
              <a:buNone/>
            </a:pPr>
            <a:r>
              <a:rPr lang="pt-BR" dirty="0"/>
              <a:t>https://meetcody.ai/pt-br/blog/groq-e-llama-3-uma-dupla-que-muda-o-jogo/</a:t>
            </a:r>
          </a:p>
          <a:p>
            <a:pPr marL="0" indent="0">
              <a:buNone/>
            </a:pPr>
            <a:r>
              <a:rPr lang="pt-BR" dirty="0"/>
              <a:t>https://wow.groq.com/lpu-inference-engine/</a:t>
            </a:r>
          </a:p>
          <a:p>
            <a:pPr marL="0" indent="0">
              <a:buNone/>
            </a:pPr>
            <a:r>
              <a:rPr lang="pt-BR" dirty="0"/>
              <a:t>https://www.notebookcheck.info/Groq-apresenta-unidade-de-processamento-de-linguagem-especializada-significativamente-mais-rapida-do-que-os-aceleradores-de-IA-da-Nvidia.808448.0.html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40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https://www.linkedin.com/pulse/cpu-vs-gpu-tpu-dpu-qpu-ultimate-showdown-processing-units-dragutoiu/</a:t>
            </a:r>
          </a:p>
          <a:p>
            <a:pPr marL="0" indent="0">
              <a:buNone/>
            </a:pPr>
            <a:r>
              <a:rPr lang="pt-BR" dirty="0"/>
              <a:t>https://meetcody.ai/pt-br/blog/groq-e-llama-3-uma-dupla-que-muda-o-jogo/</a:t>
            </a:r>
          </a:p>
          <a:p>
            <a:pPr marL="0" indent="0">
              <a:buNone/>
            </a:pPr>
            <a:r>
              <a:rPr lang="pt-BR" dirty="0"/>
              <a:t>https://wow.groq.com/lpu-inference-engine/</a:t>
            </a:r>
          </a:p>
          <a:p>
            <a:pPr marL="0" indent="0">
              <a:buNone/>
            </a:pPr>
            <a:r>
              <a:rPr lang="pt-BR" dirty="0"/>
              <a:t>https://www.notebookcheck.info/Groq-apresenta-unidade-de-processamento-de-linguagem-especializada-significativamente-mais-rapida-do-que-os-aceleradores-de-IA-da-Nvidia.808448.0.html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470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1) Custos : </a:t>
            </a:r>
            <a:r>
              <a:rPr lang="pt-BR" sz="12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3"/>
              </a:rPr>
              <a:t>https://openai.com/chatgpt/pricing/</a:t>
            </a: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2) Linguagens front-</a:t>
            </a:r>
            <a:r>
              <a:rPr lang="pt-BR" dirty="0" err="1"/>
              <a:t>end</a:t>
            </a:r>
            <a:r>
              <a:rPr lang="pt-BR" dirty="0"/>
              <a:t> : </a:t>
            </a:r>
            <a:r>
              <a:rPr lang="pt-BR" sz="12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4"/>
              </a:rPr>
              <a:t>https://learn.microsoft.com/en-us/azure/ai-services/openai/supported-languages</a:t>
            </a: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3) Modelos do OpenAI : </a:t>
            </a:r>
            <a:r>
              <a:rPr lang="pt-BR" sz="12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5"/>
              </a:rPr>
              <a:t>https://platform.openai.com/docs/models</a:t>
            </a: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051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527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5792E-2EF9-4C21-A82D-6A3CCA21BA1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79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6CF6F-DB10-43FA-9843-846E83436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738CE8-AD90-4653-A95D-E5BB3655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370BB1-0DB5-4941-B81C-A4E1E089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67835E-D81B-4C55-A577-3769DD1D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AE71F0-8109-4245-ABE7-788D56A8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48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089B1-D938-4912-A57B-C557F46B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E5C9E-6D7C-47C8-96E9-49AB1A735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CC8E44-C903-4B43-86F9-9A820695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E0727A-6E06-44C5-9094-23204599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1AD6D7-57AF-47F8-93E3-49CB8878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914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CAFF9-F077-4B75-A69A-505C93A1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4903DC-D9EE-4671-B20E-87EDA0E8D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5DADF0-EF5A-454D-826C-FC76F3080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86BCD0-3AC7-4927-8D86-29947353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EFACBA-2D94-4C88-B722-7D953BC7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71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CC167-0AF3-43C8-8813-CA548DF5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FB307D-C1A5-4A14-A868-973B946DC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224A62-4355-44DB-AA61-AD2D08843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FD0A54-6A42-4DA0-93D0-B241407D4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70BD33-C7D2-4D19-A630-62974F9C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AEFA4E-56E6-4949-9A9A-CEA993BC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67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2AE70-F3FE-487C-A07A-74CF237E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A7F19D-6F60-4FB3-A25E-AE0B85C89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EBB072-1D6E-4977-B1B4-59B9855F8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C2E864-DABF-47F6-962A-C280C9B63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D02EAC-D182-4DF4-AA35-31788BE34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E75D20-1B9C-48EE-9349-FD3A4B67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E6132A4-F602-4E7C-8C7F-732D44AA0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BBF144F-B2DC-40AC-84B0-04F13516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02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520FA-A75E-4935-9E0A-54B20388A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15DEC81-A77F-4C18-BB1C-21CAD337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09AC2E-1B79-49B7-A4A1-162C2B3A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24C7F4-135C-4290-87F0-D1D65E7E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10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22C57B-3123-497F-88A3-8F0BC748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7A18AF-0B70-4FEE-B058-94CDC18C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109585-260F-485A-AFB6-B6C4C383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86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C1337-F217-44AD-AD49-B42D7B8B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ED275A-FF6B-490A-B617-70715B73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2C781B-CA3C-4D82-A5D0-CB710E211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EB8AEC-1B49-4A67-8DD4-85FE321C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8FFF73-5807-440A-9044-60D41C5F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B428A9-B87A-440A-83A1-8FA5B46C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744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F386F-6AC1-429A-91ED-0A356F71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C46EE9-0DFB-4269-8FD9-44E1F62D0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045EBD-E797-469A-9296-D10029DEB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119B8D-F04E-47B7-AC09-5993FF04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C87833-73C5-4E1C-BA48-70C69217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8FD0A-6D8E-4FA8-A477-F3064B4F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29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BB9DF-E627-4035-A26A-8C1E0CEA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ED8700-5CE0-4972-87A3-2D08E640B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31FE71-7AF0-4E23-BF9E-DF4F7C2F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0009FA-F0DA-48F3-A632-D6548692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AB1CDC-5707-4374-89CB-1F1B88708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24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BE7A91-5310-4BD8-BA92-2DD32866C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6F0EA7-C3BA-451F-AE6A-58095195F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ED46DE-DE9D-4526-A7D9-F95A8509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90C6B-7E9C-4952-AA84-F4ED6C74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C46E64-A9F8-4BBE-AF1C-3CC694A6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17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3850057-69EE-416F-956B-16D43924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6BECD6-0F1A-4581-8AFA-A08982C32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867D70-77B0-4E5D-AA61-E07E0E0B0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54CF-EEF2-459C-A926-EE0FBFCB3EEE}" type="datetimeFigureOut">
              <a:rPr lang="pt-BR" smtClean="0"/>
              <a:t>05/10/2025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A56D4E-99C7-45E4-9359-A9C20C39A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79B351-73EF-408C-85B1-FDE43990B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1F353-5ED6-4446-830C-09DEF0F01D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88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3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hyperlink" Target="https://meetcody.ai/pt-br/blog/groq-e-llama-3-uma-dupla-que-muda-o-jogo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iggermesh.com/blog/top-5-ai-resources-for-llms" TargetMode="External"/><Relationship Id="rId13" Type="http://schemas.openxmlformats.org/officeDocument/2006/relationships/hyperlink" Target="https://meetcody.ai/pt-br/blog/groq-e-llama-3-uma-dupla-que-muda-o-jogo/" TargetMode="External"/><Relationship Id="rId1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hyperlink" Target="https://pt.wikipedia.org/wiki/Modelos_de_linguagem_de_grande_escala" TargetMode="External"/><Relationship Id="rId12" Type="http://schemas.openxmlformats.org/officeDocument/2006/relationships/hyperlink" Target="https://wow.groq.com/lpu-inference-engine/" TargetMode="External"/><Relationship Id="rId17" Type="http://schemas.openxmlformats.org/officeDocument/2006/relationships/hyperlink" Target="https://github.com/microsoft/sample-app-aoai-chatGPT" TargetMode="External"/><Relationship Id="rId2" Type="http://schemas.openxmlformats.org/officeDocument/2006/relationships/notesSlide" Target="../notesSlides/notesSlide9.xml"/><Relationship Id="rId16" Type="http://schemas.openxmlformats.org/officeDocument/2006/relationships/hyperlink" Target="https://learn.microsoft.com/pt-br/azure/ai-services/openai/concepts/models#model-summary-table-and-region-availabil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Large_language_model" TargetMode="External"/><Relationship Id="rId11" Type="http://schemas.openxmlformats.org/officeDocument/2006/relationships/hyperlink" Target="https://learn.microsoft.com/en-us/azure/ai-services/openai/supported-languages" TargetMode="External"/><Relationship Id="rId5" Type="http://schemas.openxmlformats.org/officeDocument/2006/relationships/hyperlink" Target="https://platform.openai.com/docs/models" TargetMode="External"/><Relationship Id="rId15" Type="http://schemas.openxmlformats.org/officeDocument/2006/relationships/hyperlink" Target="https://learn.microsoft.com/en-us/cli/azure/cognitiveservices/account?view=azure-cli-latest" TargetMode="External"/><Relationship Id="rId10" Type="http://schemas.openxmlformats.org/officeDocument/2006/relationships/hyperlink" Target="https://www.linkedin.com/pulse/cpu-vs-gpu-tpu-dpu-qpu-ultimate-showdown-processing-units-dragutoiu/" TargetMode="External"/><Relationship Id="rId4" Type="http://schemas.openxmlformats.org/officeDocument/2006/relationships/hyperlink" Target="https://en.wikipedia.org/wiki/OpenAI" TargetMode="External"/><Relationship Id="rId9" Type="http://schemas.openxmlformats.org/officeDocument/2006/relationships/hyperlink" Target="https://openai.com/chatgpt/pricing/" TargetMode="External"/><Relationship Id="rId14" Type="http://schemas.openxmlformats.org/officeDocument/2006/relationships/hyperlink" Target="https://platform.openai.com/tokeniz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11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3936C20-F922-4FA0-B874-EA893C0B68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9" r="11921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D3EFB8-2887-E054-A039-8EFB65402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588052"/>
            <a:ext cx="5683441" cy="4251368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Decifrando o futuro:</a:t>
            </a:r>
            <a:br>
              <a:rPr lang="pt-BR" sz="4400" b="1" i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4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OpenAI</a:t>
            </a:r>
            <a:br>
              <a:rPr lang="pt-BR" sz="4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4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ChatGPT e DALL-E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391915-A14A-98DA-7A9E-E3F75468E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5277684"/>
            <a:ext cx="5055369" cy="775494"/>
          </a:xfrm>
        </p:spPr>
        <p:txBody>
          <a:bodyPr>
            <a:noAutofit/>
          </a:bodyPr>
          <a:lstStyle/>
          <a:p>
            <a:pPr algn="l"/>
            <a:r>
              <a:rPr lang="pt-BR" sz="1800" dirty="0">
                <a:solidFill>
                  <a:srgbClr val="FFFFFF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Marco Bauer – Arquiteto de Dados &amp; MCT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7D140B-5EE8-FB67-C438-5FAB4E07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48" r="11558" b="1"/>
          <a:stretch/>
        </p:blipFill>
        <p:spPr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8410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5A606B-DB78-D363-5516-B2C1AE259E9A}"/>
              </a:ext>
            </a:extLst>
          </p:cNvPr>
          <p:cNvSpPr txBox="1"/>
          <p:nvPr/>
        </p:nvSpPr>
        <p:spPr>
          <a:xfrm>
            <a:off x="0" y="495431"/>
            <a:ext cx="3467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>
                <a:solidFill>
                  <a:schemeClr val="bg1"/>
                </a:solidFill>
                <a:latin typeface="Poppins Black" panose="00000A00000000000000" pitchFamily="2" charset="0"/>
                <a:ea typeface="Roboto" pitchFamily="2" charset="0"/>
                <a:cs typeface="Poppins Black" panose="00000A00000000000000" pitchFamily="2" charset="0"/>
              </a:rPr>
              <a:t>Agenda:</a:t>
            </a:r>
          </a:p>
          <a:p>
            <a:endParaRPr lang="pt-BR" sz="2800" b="1">
              <a:solidFill>
                <a:schemeClr val="bg1"/>
              </a:solidFill>
              <a:latin typeface="Poppins Black" panose="00000A00000000000000" pitchFamily="2" charset="0"/>
              <a:ea typeface="Roboto" pitchFamily="2" charset="0"/>
              <a:cs typeface="Poppins Black" panose="00000A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Black" panose="00000A00000000000000" pitchFamily="2" charset="0"/>
              <a:ea typeface="Roboto" pitchFamily="2" charset="0"/>
              <a:cs typeface="Poppins Black" panose="00000A00000000000000" pitchFamily="2" charset="0"/>
            </a:endParaRPr>
          </a:p>
        </p:txBody>
      </p:sp>
      <p:graphicFrame>
        <p:nvGraphicFramePr>
          <p:cNvPr id="16" name="CaixaDeTexto 13">
            <a:extLst>
              <a:ext uri="{FF2B5EF4-FFF2-40B4-BE49-F238E27FC236}">
                <a16:creationId xmlns:a16="http://schemas.microsoft.com/office/drawing/2014/main" id="{6D7150CF-7196-B749-443B-3AB7F6FC7B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90263"/>
              </p:ext>
            </p:extLst>
          </p:nvPr>
        </p:nvGraphicFramePr>
        <p:xfrm>
          <a:off x="1166212" y="1203532"/>
          <a:ext cx="9401145" cy="5262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6040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0" y="692132"/>
            <a:ext cx="1062774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Evolução da Inteligência Artificial </a:t>
            </a: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C28EE4D-DC5A-B466-49B7-D187DEA97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77" y="1273437"/>
            <a:ext cx="10792253" cy="558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1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227153" y="566678"/>
            <a:ext cx="10505501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Azure AI Services (* antigo Azure Cognitive Services)</a:t>
            </a:r>
          </a:p>
          <a:p>
            <a:pPr lvl="1"/>
            <a:r>
              <a:rPr lang="pt-BR" sz="24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Serviços cognitivos de AI clássicos como : </a:t>
            </a:r>
          </a:p>
          <a:p>
            <a:pPr lvl="1"/>
            <a:r>
              <a:rPr lang="pt-BR" sz="24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translator, speech, custom vision, document intelligence, 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u="sng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u="sng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Azure Open AI</a:t>
            </a:r>
          </a:p>
          <a:p>
            <a:pPr lvl="1"/>
            <a:r>
              <a:rPr lang="pt-BR" sz="24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Serviços generativos de AI como:</a:t>
            </a:r>
          </a:p>
          <a:p>
            <a:pPr lvl="1"/>
            <a:r>
              <a:rPr lang="pt-BR" sz="24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ChatGPT, DALL-E, Whisper, ...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        * Todos são REST API com recebimento e retorno de JSON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1038" name="Picture 14" descr="Azure Docs">
            <a:extLst>
              <a:ext uri="{FF2B5EF4-FFF2-40B4-BE49-F238E27FC236}">
                <a16:creationId xmlns:a16="http://schemas.microsoft.com/office/drawing/2014/main" id="{252418FB-80F1-68E0-F74E-297212D4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673" y="1870365"/>
            <a:ext cx="852674" cy="85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Azure Text to Speech: Voice Revolutionizing Your Tech Projects">
            <a:extLst>
              <a:ext uri="{FF2B5EF4-FFF2-40B4-BE49-F238E27FC236}">
                <a16:creationId xmlns:a16="http://schemas.microsoft.com/office/drawing/2014/main" id="{CC1E7921-58BA-EBB5-8B66-AF50A3DEF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540" y="1870364"/>
            <a:ext cx="1046858" cy="84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2AECC44-7707-98E7-9604-6FFB65779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998" y="1870364"/>
            <a:ext cx="880482" cy="849258"/>
          </a:xfrm>
          <a:prstGeom prst="rect">
            <a:avLst/>
          </a:prstGeom>
        </p:spPr>
      </p:pic>
      <p:pic>
        <p:nvPicPr>
          <p:cNvPr id="1046" name="Picture 22" descr="Azure OpenAI: A Powerful Platform for Artificial Intelligence - Taswar  Bhatti">
            <a:extLst>
              <a:ext uri="{FF2B5EF4-FFF2-40B4-BE49-F238E27FC236}">
                <a16:creationId xmlns:a16="http://schemas.microsoft.com/office/drawing/2014/main" id="{BD671759-C3DF-F321-314E-ED3B4300B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28" y="4745182"/>
            <a:ext cx="1523535" cy="853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Document information extraction with Azure Form Recognizer.">
            <a:extLst>
              <a:ext uri="{FF2B5EF4-FFF2-40B4-BE49-F238E27FC236}">
                <a16:creationId xmlns:a16="http://schemas.microsoft.com/office/drawing/2014/main" id="{A56E57A7-93CC-B3C8-8472-6215B4258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591" y="1870364"/>
            <a:ext cx="828757" cy="85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4FDD9F5-B9EC-3926-0AA9-5FE161357C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428" y="1873105"/>
            <a:ext cx="1026377" cy="84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7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0" y="692132"/>
            <a:ext cx="106277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LLM (Large Language Model)</a:t>
            </a: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São modelos de linguagem compostos por uma rede neural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São treinados com grandes quantidades de texto não rotulado usando aprendizado de máquina não-supervisionado.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Surgiram por volta do ano de 2018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Se utilizam de bilhões de parâmetros e por isso são de uso geral em NLP (processamento de linguagem natural)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Se prestam para análise de sentimento, reconhecimento de entidades,</a:t>
            </a:r>
          </a:p>
          <a:p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     prever texto faltante, gerar texto, contar palavras/radicais,...</a:t>
            </a: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3" name="Picture 2" descr="Llm Images – Browse 13,334 Stock Photos, Vectors, and Video | Adobe Stock">
            <a:extLst>
              <a:ext uri="{FF2B5EF4-FFF2-40B4-BE49-F238E27FC236}">
                <a16:creationId xmlns:a16="http://schemas.microsoft.com/office/drawing/2014/main" id="{54A8BA1C-78C8-792B-2EBE-88A217B3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900" y="694"/>
            <a:ext cx="19431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175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098" name="Picture 2" descr="img">
            <a:extLst>
              <a:ext uri="{FF2B5EF4-FFF2-40B4-BE49-F238E27FC236}">
                <a16:creationId xmlns:a16="http://schemas.microsoft.com/office/drawing/2014/main" id="{6959CDA9-0B5A-EF3D-3F86-41DEFECFA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263" y="0"/>
            <a:ext cx="8497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13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0" y="692132"/>
            <a:ext cx="106277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OpenAI</a:t>
            </a: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Fundada em Dezembro de 2015 em São Francisco, California pela empresa Open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A Microsoft detêm 49% do Open AI, tendo investido US$ 13 bilhões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Prove outros serviços de AI além de GPT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9220" name="Picture 4" descr="openai&quot; Icon - Download for free – Iconduck">
            <a:extLst>
              <a:ext uri="{FF2B5EF4-FFF2-40B4-BE49-F238E27FC236}">
                <a16:creationId xmlns:a16="http://schemas.microsoft.com/office/drawing/2014/main" id="{E59B3FE6-304F-40A0-509C-023CE81A8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900" y="0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12CFBCC-2672-B5B6-8F43-FBC398F33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77" y="2428528"/>
            <a:ext cx="8288660" cy="442947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25F9E22-734C-CAA1-5EF0-C4C4910C2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1258" y="2397706"/>
            <a:ext cx="2336254" cy="276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7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0" y="692132"/>
            <a:ext cx="10627743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Processador LPU (Language Processing Unit) – by Groq</a:t>
            </a: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Específico para LLM/NLP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Emparelhado com SRAM ao invés de DRAM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80 TB/s de largura de banda!!!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14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4"/>
            </a:endParaRPr>
          </a:p>
          <a:p>
            <a:r>
              <a:rPr lang="pt-BR" sz="140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4"/>
              </a:rPr>
              <a:t>https://meetcody.ai/pt-br/blog/groq-e-llama-3-uma-dupla-que-muda-o-jogo/</a:t>
            </a:r>
            <a:endParaRPr lang="pt-BR" sz="14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4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1026" name="Picture 2" descr="Acelerador de chip único (Fonte da imagem: Groq)">
            <a:extLst>
              <a:ext uri="{FF2B5EF4-FFF2-40B4-BE49-F238E27FC236}">
                <a16:creationId xmlns:a16="http://schemas.microsoft.com/office/drawing/2014/main" id="{879FADE9-D90B-F1C6-10A2-4D83634D8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0656" y="1484764"/>
            <a:ext cx="6171344" cy="294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C33A75-C2D3-9FAA-D7A8-9D9C09B2B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33399"/>
            <a:ext cx="12192000" cy="176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1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0" y="692132"/>
            <a:ext cx="1207008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Certificações e treinamentos Microsoft em IA</a:t>
            </a: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AI-900 : Microsoft Azure AI Fundamentals (MOC e exame)</a:t>
            </a:r>
          </a:p>
          <a:p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     Treinamento de 8 horas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AI-050 : Develop Generative AI Solutions with Azure OpenAI Service (MOC)</a:t>
            </a:r>
          </a:p>
          <a:p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     Treinamento de 8 horas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AI-102 : Designing and Implementing a Microsoft Azure AI Solution (MOC e exame)</a:t>
            </a:r>
          </a:p>
          <a:p>
            <a:r>
              <a:rPr lang="pt-BR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</a:rPr>
              <a:t>     Treinamento de 32 horas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140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1066" name="Picture 42" descr="Microsoft Certified: Azure AI Engineer Associate - Credly">
            <a:extLst>
              <a:ext uri="{FF2B5EF4-FFF2-40B4-BE49-F238E27FC236}">
                <a16:creationId xmlns:a16="http://schemas.microsoft.com/office/drawing/2014/main" id="{EE43BD9B-A987-37EB-75BE-5C9367E1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782" y="4654194"/>
            <a:ext cx="1514967" cy="151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Microsoft Certified: Azure AI Fundamentals - Credly">
            <a:extLst>
              <a:ext uri="{FF2B5EF4-FFF2-40B4-BE49-F238E27FC236}">
                <a16:creationId xmlns:a16="http://schemas.microsoft.com/office/drawing/2014/main" id="{9EB95998-5FC5-8266-128A-BF89A0D9B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556" y="1713216"/>
            <a:ext cx="1432763" cy="134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801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E3344785-8BD4-48E8-9518-8C4B477C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9B39AF-82AA-4327-8013-1C29524C8427}"/>
              </a:ext>
            </a:extLst>
          </p:cNvPr>
          <p:cNvSpPr txBox="1"/>
          <p:nvPr/>
        </p:nvSpPr>
        <p:spPr>
          <a:xfrm>
            <a:off x="-1" y="553587"/>
            <a:ext cx="11424864" cy="7455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Poppins ExtraBold" panose="00000900000000000000" pitchFamily="2" charset="0"/>
                <a:ea typeface="Roboto" pitchFamily="2" charset="0"/>
                <a:cs typeface="Poppins ExtraBold" panose="00000900000000000000" pitchFamily="2" charset="0"/>
              </a:rPr>
              <a:t>Referências:</a:t>
            </a:r>
          </a:p>
          <a:p>
            <a:endParaRPr lang="pt-BR" b="1" dirty="0">
              <a:solidFill>
                <a:schemeClr val="bg1"/>
              </a:solidFill>
              <a:ea typeface="Roboto" pitchFamily="2" charset="0"/>
              <a:cs typeface="Poppins ExtraBold" panose="00000900000000000000" pitchFamily="2" charset="0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4"/>
              </a:rPr>
              <a:t>https://en.wikipedia.org/wiki/OpenAI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5"/>
              </a:rPr>
              <a:t>https://platform.openai.com/docs/models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6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7"/>
              </a:rPr>
              <a:t>https://pt.wikipedia.org/wiki/Modelos_de_linguagem_de_grande_escala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8"/>
              </a:rPr>
              <a:t>https://www.triggermesh.com/blog/top-5-ai-resources-for-llms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9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9"/>
              </a:rPr>
              <a:t>https://openai.com/chatgpt/pricing/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10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10"/>
              </a:rPr>
              <a:t>https://www.linkedin.com/pulse/cpu-vs-gpu-tpu-dpu-qpu-ultimate-showdown-processing-units-dragutoiu/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11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11"/>
              </a:rPr>
              <a:t>https://learn.microsoft.com/en-us/azure/ai-services/openai/supported-languages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effectLst/>
              <a:latin typeface="Poppins" panose="00000500000000000000" pitchFamily="2" charset="0"/>
              <a:cs typeface="Poppins" panose="00000500000000000000" pitchFamily="2" charset="0"/>
              <a:hlinkClick r:id="rId12"/>
            </a:endParaRPr>
          </a:p>
          <a:p>
            <a:r>
              <a:rPr lang="pt-BR" sz="1250" dirty="0">
                <a:effectLst/>
                <a:latin typeface="Poppins" panose="00000500000000000000" pitchFamily="2" charset="0"/>
                <a:cs typeface="Poppins" panose="00000500000000000000" pitchFamily="2" charset="0"/>
                <a:hlinkClick r:id="rId12"/>
              </a:rPr>
              <a:t>https://wow.groq.com/lpu-inference-engine/</a:t>
            </a:r>
            <a:endParaRPr lang="pt-BR" sz="125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r>
              <a:rPr lang="pt-BR" sz="125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13"/>
              </a:rPr>
              <a:t>https://meetcody.ai/pt-br/blog/groq-e-llama-3-uma-dupla-que-muda-o-jogo/</a:t>
            </a:r>
            <a:endParaRPr lang="pt-BR" sz="1250" dirty="0">
              <a:solidFill>
                <a:schemeClr val="bg1"/>
              </a:solidFill>
              <a:effectLst/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11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11"/>
              </a:rPr>
              <a:t>https://learn.microsoft.com/en-us/azure/ai-services/openai/supported-languages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  <a:hlinkClick r:id="rId14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14"/>
              </a:rPr>
              <a:t>https://platform.openai.com/tokenizer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effectLst/>
              <a:latin typeface="Poppins" panose="00000500000000000000" pitchFamily="2" charset="0"/>
              <a:cs typeface="Poppins" panose="00000500000000000000" pitchFamily="2" charset="0"/>
              <a:hlinkClick r:id="rId15"/>
            </a:endParaRPr>
          </a:p>
          <a:p>
            <a:r>
              <a:rPr lang="pt-BR" sz="1250" dirty="0">
                <a:effectLst/>
                <a:latin typeface="Poppins" panose="00000500000000000000" pitchFamily="2" charset="0"/>
                <a:cs typeface="Poppins" panose="00000500000000000000" pitchFamily="2" charset="0"/>
                <a:hlinkClick r:id="rId15"/>
              </a:rPr>
              <a:t>https://learn.microsoft.com/en-us/cli/azure/cognitiveservices/account?view=azure-cli-latest</a:t>
            </a:r>
            <a:endParaRPr lang="pt-BR" sz="1250" dirty="0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2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250" dirty="0">
                <a:solidFill>
                  <a:schemeClr val="bg1"/>
                </a:solidFill>
                <a:latin typeface="Poppins" panose="00000500000000000000" pitchFamily="2" charset="0"/>
                <a:ea typeface="Roboto" pitchFamily="2" charset="0"/>
                <a:cs typeface="Poppins" panose="00000500000000000000" pitchFamily="2" charset="0"/>
                <a:hlinkClick r:id="rId16"/>
              </a:rPr>
              <a:t>https://learn.microsoft.com/pt-br/azure/ai-services/openai/concepts/models#model-summary-table-and-region-availability</a:t>
            </a:r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r>
              <a:rPr lang="pt-BR" sz="1250" dirty="0">
                <a:latin typeface="Poppins" panose="00000500000000000000" pitchFamily="2" charset="0"/>
                <a:cs typeface="Poppins" panose="00000500000000000000" pitchFamily="2" charset="0"/>
                <a:hlinkClick r:id="rId17"/>
              </a:rPr>
              <a:t>https://github.com/microsoft/sample-app-aoai-chatGPT</a:t>
            </a:r>
            <a:endParaRPr lang="pt-BR" sz="12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1250" b="1" dirty="0">
              <a:solidFill>
                <a:schemeClr val="bg1"/>
              </a:solidFill>
              <a:latin typeface="Poppins" panose="00000500000000000000" pitchFamily="2" charset="0"/>
              <a:ea typeface="Roboto" pitchFamily="2" charset="0"/>
              <a:cs typeface="Poppins" panose="000005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  <a:p>
            <a:endParaRPr lang="pt-BR" sz="2800" b="1" dirty="0">
              <a:solidFill>
                <a:schemeClr val="bg1"/>
              </a:solidFill>
              <a:latin typeface="Poppins ExtraBold" panose="00000900000000000000" pitchFamily="2" charset="0"/>
              <a:ea typeface="Roboto" pitchFamily="2" charset="0"/>
              <a:cs typeface="Poppins ExtraBold" panose="00000900000000000000" pitchFamily="2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0B8E5D8-AE09-EF3B-D1D5-5ACA52D004D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7148" r="11558" b="1"/>
          <a:stretch/>
        </p:blipFill>
        <p:spPr>
          <a:xfrm>
            <a:off x="8680712" y="-3"/>
            <a:ext cx="3511288" cy="4038451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0442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3936C20-F922-4FA0-B874-EA893C0B68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9" r="11921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E4CD09A-E003-4059-A16A-2E6C316B90CE}"/>
              </a:ext>
            </a:extLst>
          </p:cNvPr>
          <p:cNvSpPr txBox="1"/>
          <p:nvPr/>
        </p:nvSpPr>
        <p:spPr>
          <a:xfrm>
            <a:off x="847493" y="3118317"/>
            <a:ext cx="5573855" cy="9964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Poppins Light" panose="020B0502040204020203" pitchFamily="2" charset="0"/>
                <a:ea typeface="+mj-ea"/>
                <a:cs typeface="Poppins Light" panose="020B0502040204020203" pitchFamily="2" charset="0"/>
              </a:rPr>
              <a:t>Demonstrações</a:t>
            </a:r>
            <a:r>
              <a:rPr lang="pt-BR" sz="4000" b="1" dirty="0">
                <a:solidFill>
                  <a:srgbClr val="FFFFFF"/>
                </a:solidFill>
                <a:latin typeface="Poppins Light" panose="020B0502040204020203" pitchFamily="2" charset="0"/>
                <a:ea typeface="+mj-ea"/>
                <a:cs typeface="Poppins Light" panose="020B0502040204020203" pitchFamily="2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Poppins Light" panose="020B0502040204020203" pitchFamily="2" charset="0"/>
                <a:ea typeface="+mj-ea"/>
                <a:cs typeface="Poppins Light" panose="020B0502040204020203" pitchFamily="2" charset="0"/>
              </a:rPr>
              <a:t>Técnica e Comercial</a:t>
            </a:r>
          </a:p>
        </p:txBody>
      </p:sp>
      <p:pic>
        <p:nvPicPr>
          <p:cNvPr id="5122" name="Picture 2" descr="ícone de linha para demonstração 2212394 Vetor no Vecteezy">
            <a:extLst>
              <a:ext uri="{FF2B5EF4-FFF2-40B4-BE49-F238E27FC236}">
                <a16:creationId xmlns:a16="http://schemas.microsoft.com/office/drawing/2014/main" id="{9EF914CB-1D2F-2D77-7389-761174DE9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" r="887"/>
          <a:stretch/>
        </p:blipFill>
        <p:spPr bwMode="auto"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557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3936C20-F922-4FA0-B874-EA893C0B68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9" r="11921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E4CD09A-E003-4059-A16A-2E6C316B90CE}"/>
              </a:ext>
            </a:extLst>
          </p:cNvPr>
          <p:cNvSpPr txBox="1"/>
          <p:nvPr/>
        </p:nvSpPr>
        <p:spPr>
          <a:xfrm>
            <a:off x="643468" y="643467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2" descr="Ícone de Gratidão Símbolo de Gratidão Grato | Vetor Premium">
            <a:extLst>
              <a:ext uri="{FF2B5EF4-FFF2-40B4-BE49-F238E27FC236}">
                <a16:creationId xmlns:a16="http://schemas.microsoft.com/office/drawing/2014/main" id="{A8C35691-84D1-D068-F97B-B24E053AD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1" r="6713"/>
          <a:stretch/>
        </p:blipFill>
        <p:spPr bwMode="auto"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388825C-784C-1E70-88E1-A1D47E87ABEA}"/>
              </a:ext>
            </a:extLst>
          </p:cNvPr>
          <p:cNvSpPr txBox="1"/>
          <p:nvPr/>
        </p:nvSpPr>
        <p:spPr>
          <a:xfrm>
            <a:off x="1232404" y="3118317"/>
            <a:ext cx="4620584" cy="6164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Poppins Light" panose="020B0502040204020203" pitchFamily="2" charset="0"/>
                <a:ea typeface="+mj-ea"/>
                <a:cs typeface="Poppins Light" panose="020B0502040204020203" pitchFamily="2" charset="0"/>
              </a:rPr>
              <a:t>Grato a todos!</a:t>
            </a:r>
          </a:p>
        </p:txBody>
      </p:sp>
    </p:spTree>
    <p:extLst>
      <p:ext uri="{BB962C8B-B14F-4D97-AF65-F5344CB8AC3E}">
        <p14:creationId xmlns:p14="http://schemas.microsoft.com/office/powerpoint/2010/main" val="1835850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a808e08-7272-42ca-9b4c-a74e09b0422f" xsi:nil="true"/>
    <lcf76f155ced4ddcb4097134ff3c332f xmlns="9e71b6e9-7397-4d68-bcf0-db217f73c31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7A8ABCB955F2489A6B45895CC5EC05" ma:contentTypeVersion="15" ma:contentTypeDescription="Crie um novo documento." ma:contentTypeScope="" ma:versionID="b936ee4024ea3595373f9ff2a61035cd">
  <xsd:schema xmlns:xsd="http://www.w3.org/2001/XMLSchema" xmlns:xs="http://www.w3.org/2001/XMLSchema" xmlns:p="http://schemas.microsoft.com/office/2006/metadata/properties" xmlns:ns2="9e71b6e9-7397-4d68-bcf0-db217f73c314" xmlns:ns3="9a808e08-7272-42ca-9b4c-a74e09b0422f" targetNamespace="http://schemas.microsoft.com/office/2006/metadata/properties" ma:root="true" ma:fieldsID="3057654fd4a47e8eb7435265d746d175" ns2:_="" ns3:_="">
    <xsd:import namespace="9e71b6e9-7397-4d68-bcf0-db217f73c314"/>
    <xsd:import namespace="9a808e08-7272-42ca-9b4c-a74e09b042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1b6e9-7397-4d68-bcf0-db217f73c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8e415a2a-8a87-41a1-86c7-734ffec653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08e08-7272-42ca-9b4c-a74e09b0422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9569f51-986a-45db-8870-7c261b1219c7}" ma:internalName="TaxCatchAll" ma:showField="CatchAllData" ma:web="9a808e08-7272-42ca-9b4c-a74e09b042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38BB02-D7FB-49BB-857F-E42DE45C8706}">
  <ds:schemaRefs>
    <ds:schemaRef ds:uri="http://schemas.microsoft.com/office/2006/metadata/properties"/>
    <ds:schemaRef ds:uri="http://schemas.microsoft.com/office/infopath/2007/PartnerControls"/>
    <ds:schemaRef ds:uri="9a808e08-7272-42ca-9b4c-a74e09b0422f"/>
    <ds:schemaRef ds:uri="9e71b6e9-7397-4d68-bcf0-db217f73c314"/>
  </ds:schemaRefs>
</ds:datastoreItem>
</file>

<file path=customXml/itemProps2.xml><?xml version="1.0" encoding="utf-8"?>
<ds:datastoreItem xmlns:ds="http://schemas.openxmlformats.org/officeDocument/2006/customXml" ds:itemID="{04273E09-138F-421C-B6FB-3E24F5190C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750D0A-4F79-45AB-AD31-C3D9BC9442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71b6e9-7397-4d68-bcf0-db217f73c314"/>
    <ds:schemaRef ds:uri="9a808e08-7272-42ca-9b4c-a74e09b04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857</Words>
  <Application>Microsoft Office PowerPoint</Application>
  <PresentationFormat>Widescreen</PresentationFormat>
  <Paragraphs>162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Poppins</vt:lpstr>
      <vt:lpstr>Poppins Black</vt:lpstr>
      <vt:lpstr>Poppins ExtraBold</vt:lpstr>
      <vt:lpstr>Poppins Light</vt:lpstr>
      <vt:lpstr>Poppins SemiBold</vt:lpstr>
      <vt:lpstr>Roboto</vt:lpstr>
      <vt:lpstr>Tema do Office</vt:lpstr>
      <vt:lpstr>Decifrando o futuro: OpenAI ChatGPT e DALL-E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Andrew Rodrigues - OSBR</dc:creator>
  <cp:lastModifiedBy>Marco Bauer - OSBR</cp:lastModifiedBy>
  <cp:revision>12</cp:revision>
  <dcterms:created xsi:type="dcterms:W3CDTF">2021-01-04T19:53:25Z</dcterms:created>
  <dcterms:modified xsi:type="dcterms:W3CDTF">2025-10-05T13:14:56Z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0x0101003C7A8ABCB955F2489A6B45895CC5EC05</vt:lpwstr>
  </property>
</Properties>
</file>